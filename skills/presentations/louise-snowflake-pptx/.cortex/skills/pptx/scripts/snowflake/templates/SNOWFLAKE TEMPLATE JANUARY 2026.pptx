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 id="2147483682" r:id="rId5"/>
    <p:sldMasterId id="2147483684" r:id="rId6"/>
    <p:sldMasterId id="2147483686" r:id="rId7"/>
  </p:sldMasterIdLst>
  <p:notesMasterIdLst>
    <p:notesMasterId r:id="rId31"/>
  </p:notesMasterIdLst>
  <p:sldIdLst>
    <p:sldId id="279" r:id="rId8"/>
    <p:sldId id="257" r:id="rId9"/>
    <p:sldId id="258" r:id="rId10"/>
    <p:sldId id="259" r:id="rId11"/>
    <p:sldId id="260" r:id="rId12"/>
    <p:sldId id="261" r:id="rId13"/>
    <p:sldId id="262" r:id="rId14"/>
    <p:sldId id="263" r:id="rId15"/>
    <p:sldId id="265" r:id="rId16"/>
    <p:sldId id="267" r:id="rId17"/>
    <p:sldId id="268" r:id="rId18"/>
    <p:sldId id="269" r:id="rId19"/>
    <p:sldId id="270" r:id="rId20"/>
    <p:sldId id="271" r:id="rId21"/>
    <p:sldId id="272" r:id="rId22"/>
    <p:sldId id="273" r:id="rId23"/>
    <p:sldId id="274" r:id="rId24"/>
    <p:sldId id="276" r:id="rId25"/>
    <p:sldId id="277" r:id="rId26"/>
    <p:sldId id="302" r:id="rId27"/>
    <p:sldId id="283" r:id="rId28"/>
    <p:sldId id="284" r:id="rId29"/>
    <p:sldId id="278" r:id="rId30"/>
  </p:sldIdLst>
  <p:sldSz cx="9144000" cy="5143500" type="screen16x9"/>
  <p:notesSz cx="6858000" cy="9144000"/>
  <p:embeddedFontLst>
    <p:embeddedFont>
      <p:font typeface="Arial Black" panose="020B0604020202020204" pitchFamily="34" charset="0"/>
      <p:bold r:id="rId32"/>
    </p:embeddedFont>
    <p:embeddedFont>
      <p:font typeface="Wingdings 2" pitchFamily="2" charset="2"/>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16"/>
    <p:restoredTop sz="94689"/>
  </p:normalViewPr>
  <p:slideViewPr>
    <p:cSldViewPr snapToGrid="0">
      <p:cViewPr varScale="1">
        <p:scale>
          <a:sx n="197" d="100"/>
          <a:sy n="197" d="100"/>
        </p:scale>
        <p:origin x="10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PlaceHolder 1"/>
          <p:cNvSpPr>
            <a:spLocks noGrp="1" noRot="1" noChangeAspect="1"/>
          </p:cNvSpPr>
          <p:nvPr>
            <p:ph type="sldImg"/>
          </p:nvPr>
        </p:nvSpPr>
        <p:spPr>
          <a:xfrm>
            <a:off x="382588" y="685800"/>
            <a:ext cx="6089650" cy="3425825"/>
          </a:xfrm>
          <a:prstGeom prst="rect">
            <a:avLst/>
          </a:prstGeom>
          <a:ln w="0">
            <a:noFill/>
          </a:ln>
        </p:spPr>
      </p:sp>
      <p:sp>
        <p:nvSpPr>
          <p:cNvPr id="417" name="PlaceHolder 2"/>
          <p:cNvSpPr>
            <a:spLocks noGrp="1"/>
          </p:cNvSpPr>
          <p:nvPr>
            <p:ph type="body"/>
          </p:nvPr>
        </p:nvSpPr>
        <p:spPr>
          <a:xfrm>
            <a:off x="685800" y="4343400"/>
            <a:ext cx="5483520" cy="4111920"/>
          </a:xfrm>
          <a:prstGeom prst="rect">
            <a:avLst/>
          </a:prstGeom>
          <a:noFill/>
          <a:ln w="0">
            <a:noFill/>
          </a:ln>
        </p:spPr>
        <p:txBody>
          <a:bodyPr lIns="91440" tIns="91440" rIns="91440" bIns="91440" anchor="t">
            <a:noAutofit/>
          </a:bodyPr>
          <a:lstStyle/>
          <a:p>
            <a:pPr marL="457200" indent="-304920">
              <a:lnSpc>
                <a:spcPct val="100000"/>
              </a:lnSpc>
              <a:spcBef>
                <a:spcPts val="1001"/>
              </a:spcBef>
              <a:buClr>
                <a:srgbClr val="000000"/>
              </a:buClr>
              <a:buFont typeface="Wingdings" charset="2"/>
              <a:buChar char=""/>
            </a:pPr>
            <a:r>
              <a:rPr lang="en" sz="1200" b="0" u="none" strike="noStrike">
                <a:solidFill>
                  <a:srgbClr val="222222"/>
                </a:solidFill>
                <a:effectLst/>
                <a:uFillTx/>
                <a:latin typeface="Arial"/>
              </a:rPr>
              <a:t>If you are planning to share these slides externally (customers, partners, prospects, events, etc.):</a:t>
            </a:r>
            <a:endParaRPr lang="en-GB" sz="1200" b="0" u="none" strike="noStrike">
              <a:solidFill>
                <a:srgbClr val="000000"/>
              </a:solidFill>
              <a:effectLst/>
              <a:uFillTx/>
              <a:latin typeface="Arial"/>
            </a:endParaRPr>
          </a:p>
          <a:p>
            <a:pPr marL="914400" lvl="1" indent="-304920">
              <a:lnSpc>
                <a:spcPct val="100000"/>
              </a:lnSpc>
              <a:spcBef>
                <a:spcPts val="1001"/>
              </a:spcBef>
              <a:buClr>
                <a:srgbClr val="222222"/>
              </a:buClr>
              <a:buFont typeface="Wingdings 2" charset="2"/>
              <a:buChar char=""/>
            </a:pPr>
            <a:r>
              <a:rPr lang="en" sz="1200" b="0" u="none" strike="noStrike">
                <a:solidFill>
                  <a:srgbClr val="222222"/>
                </a:solidFill>
                <a:effectLst/>
                <a:uFillTx/>
                <a:latin typeface="Arial"/>
              </a:rPr>
              <a:t>You must include this Safe Harbor and Disclaimers slide as the first or second slide of your presentation.</a:t>
            </a:r>
            <a:endParaRPr lang="en-GB" sz="1200" b="0" u="none" strike="noStrike">
              <a:solidFill>
                <a:srgbClr val="000000"/>
              </a:solidFill>
              <a:effectLst/>
              <a:uFillTx/>
              <a:latin typeface="Arial"/>
            </a:endParaRPr>
          </a:p>
          <a:p>
            <a:pPr marL="914400" lvl="1" indent="-304920">
              <a:lnSpc>
                <a:spcPct val="100000"/>
              </a:lnSpc>
              <a:spcBef>
                <a:spcPts val="1001"/>
              </a:spcBef>
              <a:buClr>
                <a:srgbClr val="222222"/>
              </a:buClr>
              <a:buFont typeface="Wingdings 2" charset="2"/>
              <a:buChar char=""/>
            </a:pPr>
            <a:r>
              <a:rPr lang="en" sz="1200" b="0" u="none" strike="noStrike">
                <a:solidFill>
                  <a:srgbClr val="222222"/>
                </a:solidFill>
                <a:effectLst/>
                <a:uFillTx/>
                <a:latin typeface="Arial"/>
              </a:rPr>
              <a:t>You must ensure that the “© 2026 Snowflake Inc. All Rights Reserved” footer is at the bottom of each slide.</a:t>
            </a:r>
            <a:endParaRPr lang="en-GB" sz="1200" b="0" u="none" strike="noStrike">
              <a:solidFill>
                <a:srgbClr val="000000"/>
              </a:solidFill>
              <a:effectLst/>
              <a:uFillTx/>
              <a:latin typeface="Arial"/>
            </a:endParaRPr>
          </a:p>
          <a:p>
            <a:pPr marL="914400" lvl="1" indent="-304920">
              <a:lnSpc>
                <a:spcPct val="100000"/>
              </a:lnSpc>
              <a:spcBef>
                <a:spcPts val="1001"/>
              </a:spcBef>
              <a:buClr>
                <a:srgbClr val="222222"/>
              </a:buClr>
              <a:buFont typeface="Wingdings 2" charset="2"/>
              <a:buChar char=""/>
            </a:pPr>
            <a:r>
              <a:rPr lang="en" sz="1200" b="0" u="none" strike="noStrike">
                <a:solidFill>
                  <a:srgbClr val="222222"/>
                </a:solidFill>
                <a:effectLst/>
                <a:uFillTx/>
                <a:latin typeface="Arial"/>
              </a:rPr>
              <a:t>You must ensure that all references to products and features that are not generally available are appropriately tagged as in development, in public preview, or in private preview within the slides.</a:t>
            </a:r>
            <a:endParaRPr lang="en-GB" sz="1200" b="0" u="none" strike="noStrike">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1ed82e8067d_0_3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1ed82e8067d_0_3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txBox="1">
            <a:spLocks noGrp="1"/>
          </p:cNvSpPr>
          <p:nvPr>
            <p:ph type="title"/>
          </p:nvPr>
        </p:nvSpPr>
        <p:spPr>
          <a:xfrm>
            <a:off x="366550" y="274323"/>
            <a:ext cx="8348400" cy="366000"/>
          </a:xfrm>
          <a:prstGeom prst="rect">
            <a:avLst/>
          </a:prstGeom>
        </p:spPr>
        <p:txBody>
          <a:bodyPr spcFirstLastPara="1" wrap="square" lIns="91425" tIns="91425" rIns="91425" bIns="91425" anchor="t" anchorCtr="0">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a:endParaRPr/>
          </a:p>
        </p:txBody>
      </p:sp>
      <p:sp>
        <p:nvSpPr>
          <p:cNvPr id="250" name="Google Shape;250;p28"/>
          <p:cNvSpPr/>
          <p:nvPr/>
        </p:nvSpPr>
        <p:spPr>
          <a:xfrm>
            <a:off x="660652" y="4866916"/>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chemeClr val="lt1"/>
                </a:solidFill>
                <a:latin typeface="Arial"/>
                <a:ea typeface="Arial"/>
                <a:cs typeface="Arial"/>
                <a:sym typeface="Arial"/>
              </a:rPr>
              <a:t>© </a:t>
            </a:r>
            <a:r>
              <a:rPr lang="en" sz="600">
                <a:solidFill>
                  <a:schemeClr val="lt1"/>
                </a:solidFill>
              </a:rPr>
              <a:t>2026</a:t>
            </a:r>
            <a:r>
              <a:rPr lang="en" sz="600" b="0" i="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2" name="Google Shape;252;p28"/>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FFFFFF"/>
                </a:solidFill>
              </a:defRPr>
            </a:lvl1pPr>
            <a:lvl2pPr marL="0" marR="0" lvl="1" indent="0" algn="r" rtl="0">
              <a:spcBef>
                <a:spcPts val="0"/>
              </a:spcBef>
              <a:buNone/>
              <a:defRPr sz="600" i="0">
                <a:solidFill>
                  <a:srgbClr val="FFFFFF"/>
                </a:solidFill>
              </a:defRPr>
            </a:lvl2pPr>
            <a:lvl3pPr marL="0" marR="0" lvl="2" indent="0" algn="r" rtl="0">
              <a:spcBef>
                <a:spcPts val="0"/>
              </a:spcBef>
              <a:buNone/>
              <a:defRPr sz="600" i="0">
                <a:solidFill>
                  <a:srgbClr val="FFFFFF"/>
                </a:solidFill>
              </a:defRPr>
            </a:lvl3pPr>
            <a:lvl4pPr marL="0" marR="0" lvl="3" indent="0" algn="r" rtl="0">
              <a:spcBef>
                <a:spcPts val="0"/>
              </a:spcBef>
              <a:buNone/>
              <a:defRPr sz="600" i="0">
                <a:solidFill>
                  <a:srgbClr val="FFFFFF"/>
                </a:solidFill>
              </a:defRPr>
            </a:lvl4pPr>
            <a:lvl5pPr marL="0" marR="0" lvl="4" indent="0" algn="r" rtl="0">
              <a:spcBef>
                <a:spcPts val="0"/>
              </a:spcBef>
              <a:buNone/>
              <a:defRPr sz="600" i="0">
                <a:solidFill>
                  <a:srgbClr val="FFFFFF"/>
                </a:solidFill>
              </a:defRPr>
            </a:lvl5pPr>
            <a:lvl6pPr marL="0" marR="0" lvl="5" indent="0" algn="r" rtl="0">
              <a:spcBef>
                <a:spcPts val="0"/>
              </a:spcBef>
              <a:buNone/>
              <a:defRPr sz="600" i="0">
                <a:solidFill>
                  <a:srgbClr val="FFFFFF"/>
                </a:solidFill>
              </a:defRPr>
            </a:lvl6pPr>
            <a:lvl7pPr marL="0" marR="0" lvl="6" indent="0" algn="r" rtl="0">
              <a:spcBef>
                <a:spcPts val="0"/>
              </a:spcBef>
              <a:buNone/>
              <a:defRPr sz="600" i="0">
                <a:solidFill>
                  <a:srgbClr val="FFFFFF"/>
                </a:solidFill>
              </a:defRPr>
            </a:lvl7pPr>
            <a:lvl8pPr marL="0" marR="0" lvl="7" indent="0" algn="r" rtl="0">
              <a:spcBef>
                <a:spcPts val="0"/>
              </a:spcBef>
              <a:buNone/>
              <a:defRPr sz="600" i="0">
                <a:solidFill>
                  <a:srgbClr val="FFFFFF"/>
                </a:solidFill>
              </a:defRPr>
            </a:lvl8pPr>
            <a:lvl9pPr marL="0" marR="0" lvl="8" indent="0" algn="r" rtl="0">
              <a:spcBef>
                <a:spcPts val="0"/>
              </a:spcBef>
              <a:buNone/>
              <a:defRPr sz="600" i="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3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0348-DFA4-1B70-D0BC-3CA87C02748B}"/>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371FDF-9C5A-C4AF-125E-8BAEF2A1CB8B}"/>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AC74-3857-E66C-DEAA-79617E1F6E20}"/>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E2F3F6-8EBA-2D34-AA51-ED1E8E35ECAD}"/>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5E5C-AE95-AB0A-2993-611148F4521D}"/>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C8439-F1F9-31EF-6CF2-9634C144B5CE}"/>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9.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theme" Target="../theme/theme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hyperlink" Target="https://snowflake.enterprise.slack.com/archives/C02GUNZHY2E" TargetMode="External"/><Relationship Id="rId2" Type="http://schemas.openxmlformats.org/officeDocument/2006/relationships/image" Target="../media/image18.png"/><Relationship Id="rId1" Type="http://schemas.openxmlformats.org/officeDocument/2006/relationships/slideLayout" Target="../slideLayouts/slideLayout20.xml"/><Relationship Id="rId4" Type="http://schemas.openxmlformats.org/officeDocument/2006/relationships/hyperlink" Target="mailto:brand@snowflake.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jpe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SNOWFLAKE</a:t>
            </a:r>
            <a:r>
              <a:rPr lang="en" sz="4400" b="1" u="none" strike="noStrike" dirty="0">
                <a:solidFill>
                  <a:schemeClr val="dk1"/>
                </a:solidFill>
                <a:effectLst/>
                <a:uFillTx/>
                <a:latin typeface="Arial"/>
                <a:ea typeface="Arial"/>
              </a:rPr>
              <a:t> </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TEMPLATE 2026</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Layouts, Icons, and Frequently Used Slides</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January 2026</a:t>
            </a:r>
            <a:endParaRPr lang="en-GB" sz="1400" b="0" u="none" strike="noStrike" dirty="0">
              <a:solidFill>
                <a:srgbClr val="000000"/>
              </a:solidFill>
              <a:effectLst/>
              <a:uFillTx/>
              <a:latin typeface="Arial"/>
            </a:endParaRPr>
          </a:p>
        </p:txBody>
      </p:sp>
      <p:sp>
        <p:nvSpPr>
          <p:cNvPr id="412" name="Google Shape;819;p 1"/>
          <p:cNvSpPr/>
          <p:nvPr/>
        </p:nvSpPr>
        <p:spPr>
          <a:xfrm>
            <a:off x="7081920" y="2626073"/>
            <a:ext cx="1460160" cy="1447094"/>
          </a:xfrm>
          <a:prstGeom prst="ellipse">
            <a:avLst/>
          </a:prstGeom>
          <a:blipFill>
            <a:blip r:embed="rId2">
              <a:extLst>
                <a:ext uri="{28A0092B-C50C-407E-A947-70E740481C1C}">
                  <a14:useLocalDpi xmlns:a14="http://schemas.microsoft.com/office/drawing/2010/main" val="0"/>
                </a:ext>
              </a:extLst>
            </a:blip>
            <a:srcRect/>
            <a:stretch>
              <a:fillRect l="3825" t="-267" r="-3825" b="-635"/>
            </a:stretch>
          </a:blipFill>
          <a:ln w="3810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grpSp>
        <p:nvGrpSpPr>
          <p:cNvPr id="413" name="Group 412"/>
          <p:cNvGrpSpPr/>
          <p:nvPr/>
        </p:nvGrpSpPr>
        <p:grpSpPr>
          <a:xfrm>
            <a:off x="6480000" y="4140000"/>
            <a:ext cx="2664000" cy="828140"/>
            <a:chOff x="6480000" y="4140000"/>
            <a:chExt cx="2664000" cy="828140"/>
          </a:xfrm>
        </p:grpSpPr>
        <p:sp>
          <p:nvSpPr>
            <p:cNvPr id="414" name="Google Shape;825;p 1"/>
            <p:cNvSpPr/>
            <p:nvPr/>
          </p:nvSpPr>
          <p:spPr>
            <a:xfrm>
              <a:off x="6480000" y="4140000"/>
              <a:ext cx="2664000" cy="339402"/>
            </a:xfrm>
            <a:prstGeom prst="rect">
              <a:avLst/>
            </a:prstGeom>
            <a:noFill/>
            <a:ln w="0">
              <a:noFill/>
            </a:ln>
          </p:spPr>
          <p:style>
            <a:lnRef idx="0">
              <a:scrgbClr r="0" g="0" b="0"/>
            </a:lnRef>
            <a:fillRef idx="0">
              <a:scrgbClr r="0" g="0" b="0"/>
            </a:fillRef>
            <a:effectRef idx="0">
              <a:scrgbClr r="0" g="0" b="0"/>
            </a:effectRef>
            <a:fontRef idx="minor"/>
          </p:style>
          <p:txBody>
            <a:bodyPr lIns="90000" tIns="84240" rIns="90000" bIns="84240" anchor="t">
              <a:spAutoFit/>
            </a:bodyPr>
            <a:lstStyle/>
            <a:p>
              <a:pPr algn="ctr">
                <a:lnSpc>
                  <a:spcPct val="100000"/>
                </a:lnSpc>
                <a:tabLst>
                  <a:tab pos="0" algn="l"/>
                </a:tabLst>
              </a:pPr>
              <a:r>
                <a:rPr lang="en" sz="1100" b="1" u="none" strike="noStrike" dirty="0">
                  <a:solidFill>
                    <a:srgbClr val="FFFFFF"/>
                  </a:solidFill>
                  <a:effectLst/>
                  <a:uFillTx/>
                  <a:latin typeface="Arial"/>
                  <a:ea typeface="Arial"/>
                </a:rPr>
                <a:t>Alex Ross</a:t>
              </a:r>
              <a:endParaRPr lang="en-GB" sz="1100" b="0" u="none" strike="noStrike" dirty="0">
                <a:solidFill>
                  <a:srgbClr val="000000"/>
                </a:solidFill>
                <a:effectLst/>
                <a:uFillTx/>
                <a:latin typeface="Arial"/>
              </a:endParaRPr>
            </a:p>
          </p:txBody>
        </p:sp>
        <p:sp>
          <p:nvSpPr>
            <p:cNvPr id="415" name="Google Shape;826;p 1"/>
            <p:cNvSpPr/>
            <p:nvPr/>
          </p:nvSpPr>
          <p:spPr>
            <a:xfrm>
              <a:off x="6480000" y="4444920"/>
              <a:ext cx="2664000" cy="5232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gn="ctr">
                <a:lnSpc>
                  <a:spcPct val="100000"/>
                </a:lnSpc>
                <a:tabLst>
                  <a:tab pos="0" algn="l"/>
                </a:tabLst>
              </a:pPr>
              <a:r>
                <a:rPr lang="en-GB" sz="1100" b="0" u="none" strike="noStrike" dirty="0">
                  <a:solidFill>
                    <a:srgbClr val="FFFFFF"/>
                  </a:solidFill>
                  <a:effectLst/>
                  <a:uFillTx/>
                  <a:latin typeface="Arial"/>
                  <a:ea typeface="Arial"/>
                </a:rPr>
                <a:t>Principal Solution Engineer</a:t>
              </a:r>
              <a:endParaRPr lang="en-GB" sz="1100" b="0" u="none" strike="noStrike" dirty="0">
                <a:solidFill>
                  <a:srgbClr val="000000"/>
                </a:solidFill>
                <a:effectLst/>
                <a:uFillTx/>
                <a:latin typeface="Arial"/>
              </a:endParaRPr>
            </a:p>
            <a:p>
              <a:pPr algn="ctr">
                <a:lnSpc>
                  <a:spcPct val="100000"/>
                </a:lnSpc>
                <a:tabLst>
                  <a:tab pos="0" algn="l"/>
                </a:tabLst>
              </a:pPr>
              <a:r>
                <a:rPr lang="en" sz="1100" b="0" u="none" strike="noStrike" dirty="0">
                  <a:solidFill>
                    <a:srgbClr val="FFFFFF"/>
                  </a:solidFill>
                  <a:effectLst/>
                  <a:uFillTx/>
                  <a:latin typeface="Arial"/>
                  <a:ea typeface="Arial"/>
                </a:rPr>
                <a:t>Snowflake</a:t>
              </a:r>
            </a:p>
          </p:txBody>
        </p:sp>
      </p:grpSp>
    </p:spTree>
    <p:extLst>
      <p:ext uri="{BB962C8B-B14F-4D97-AF65-F5344CB8AC3E}">
        <p14:creationId xmlns:p14="http://schemas.microsoft.com/office/powerpoint/2010/main" val="598196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Template Contents</a:t>
            </a:r>
            <a:endParaRPr lang="en-GB" sz="2600" b="0" u="none" strike="noStrike" dirty="0">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15000"/>
              </a:lnSpc>
              <a:buSzPct val="134983"/>
              <a:buBlip>
                <a:blip r:embed="rId2"/>
              </a:buBlip>
              <a:tabLst>
                <a:tab pos="0" algn="l"/>
              </a:tabLst>
            </a:pPr>
            <a:r>
              <a:rPr lang="en" sz="1800" b="0" u="none" strike="noStrike" dirty="0">
                <a:solidFill>
                  <a:srgbClr val="FFFFFF"/>
                </a:solidFill>
                <a:effectLst/>
                <a:uFillTx/>
                <a:latin typeface="Arial"/>
                <a:ea typeface="Arial"/>
              </a:rPr>
              <a:t>Template Instructions</a:t>
            </a:r>
            <a:endParaRPr lang="en-GB" sz="1800" b="0" u="none" strike="noStrike" dirty="0">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dirty="0">
                <a:solidFill>
                  <a:srgbClr val="FFFFFF"/>
                </a:solidFill>
                <a:effectLst/>
                <a:uFillTx/>
                <a:latin typeface="Arial"/>
                <a:ea typeface="Arial"/>
              </a:rPr>
              <a:t>Layout, Design, Do’s and </a:t>
            </a:r>
            <a:r>
              <a:rPr lang="en" sz="1800" b="0" u="none" strike="noStrike" dirty="0" err="1">
                <a:solidFill>
                  <a:srgbClr val="FFFFFF"/>
                </a:solidFill>
                <a:effectLst/>
                <a:uFillTx/>
                <a:latin typeface="Arial"/>
                <a:ea typeface="Arial"/>
              </a:rPr>
              <a:t>Dont’s</a:t>
            </a:r>
            <a:endParaRPr lang="en-GB" sz="1800" b="0" u="none" strike="noStrike" dirty="0">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dirty="0">
                <a:solidFill>
                  <a:srgbClr val="FFFFFF"/>
                </a:solidFill>
                <a:effectLst/>
                <a:uFillTx/>
                <a:latin typeface="Arial"/>
                <a:ea typeface="Arial"/>
              </a:rPr>
              <a:t>Sample Slides</a:t>
            </a:r>
            <a:endParaRPr lang="en-GB" sz="1800" b="0" u="none" strike="noStrike" dirty="0">
              <a:solidFill>
                <a:srgbClr val="000000"/>
              </a:solidFill>
              <a:effectLst/>
              <a:uFillTx/>
              <a:latin typeface="Arial"/>
              <a:ea typeface="Noto Sans SC"/>
            </a:endParaRPr>
          </a:p>
          <a:p>
            <a:pPr marL="457200" indent="-209520">
              <a:lnSpc>
                <a:spcPct val="115000"/>
              </a:lnSpc>
              <a:spcBef>
                <a:spcPts val="1001"/>
              </a:spcBef>
              <a:buSzPct val="108021"/>
              <a:buBlip>
                <a:blip r:embed="rId2"/>
              </a:buBlip>
              <a:tabLst>
                <a:tab pos="0" algn="l"/>
              </a:tabLst>
            </a:pPr>
            <a:r>
              <a:rPr lang="en" sz="1500" b="0" u="none" strike="noStrike" dirty="0">
                <a:solidFill>
                  <a:schemeClr val="lt1"/>
                </a:solidFill>
                <a:effectLst/>
                <a:uFillTx/>
                <a:latin typeface="Arial"/>
                <a:ea typeface="Arial"/>
              </a:rPr>
              <a:t>Cover Options</a:t>
            </a:r>
            <a:endParaRPr lang="en-GB" sz="1500" dirty="0">
              <a:solidFill>
                <a:srgbClr val="000000"/>
              </a:solidFill>
              <a:latin typeface="Arial"/>
              <a:ea typeface="Arial"/>
            </a:endParaRPr>
          </a:p>
          <a:p>
            <a:pPr marL="457200" indent="-209520">
              <a:lnSpc>
                <a:spcPct val="115000"/>
              </a:lnSpc>
              <a:spcBef>
                <a:spcPts val="1001"/>
              </a:spcBef>
              <a:buSzPct val="108021"/>
              <a:buBlip>
                <a:blip r:embed="rId2"/>
              </a:buBlip>
              <a:tabLst>
                <a:tab pos="0" algn="l"/>
              </a:tabLst>
            </a:pPr>
            <a:r>
              <a:rPr lang="en" sz="1500" b="0" u="none" strike="noStrike" dirty="0">
                <a:solidFill>
                  <a:srgbClr val="FFFFFF"/>
                </a:solidFill>
                <a:effectLst/>
                <a:uFillTx/>
                <a:latin typeface="Arial"/>
                <a:ea typeface="Arial"/>
              </a:rPr>
              <a:t>Chapter Title Options</a:t>
            </a:r>
            <a:endParaRPr lang="en-GB" sz="1500" dirty="0">
              <a:solidFill>
                <a:srgbClr val="000000"/>
              </a:solidFill>
              <a:latin typeface="Arial"/>
              <a:ea typeface="Arial"/>
            </a:endParaRPr>
          </a:p>
          <a:p>
            <a:pPr marL="457200" indent="-209520">
              <a:lnSpc>
                <a:spcPct val="115000"/>
              </a:lnSpc>
              <a:spcBef>
                <a:spcPts val="1001"/>
              </a:spcBef>
              <a:buSzPct val="108021"/>
              <a:buBlip>
                <a:blip r:embed="rId2"/>
              </a:buBlip>
              <a:tabLst>
                <a:tab pos="0" algn="l"/>
              </a:tabLst>
            </a:pPr>
            <a:r>
              <a:rPr lang="en" sz="1500" b="0" u="none" strike="noStrike" dirty="0">
                <a:solidFill>
                  <a:srgbClr val="FFFFFF"/>
                </a:solidFill>
                <a:effectLst/>
                <a:uFillTx/>
                <a:latin typeface="Arial"/>
                <a:ea typeface="Arial"/>
              </a:rPr>
              <a:t>Sample Text Slides</a:t>
            </a:r>
            <a:endParaRPr lang="en-GB" sz="1500" dirty="0">
              <a:solidFill>
                <a:srgbClr val="000000"/>
              </a:solidFill>
              <a:latin typeface="Arial"/>
              <a:ea typeface="Arial"/>
            </a:endParaRPr>
          </a:p>
          <a:p>
            <a:pPr marL="457200" indent="-209520">
              <a:lnSpc>
                <a:spcPct val="115000"/>
              </a:lnSpc>
              <a:spcBef>
                <a:spcPts val="1001"/>
              </a:spcBef>
              <a:buSzPct val="108021"/>
              <a:buBlip>
                <a:blip r:embed="rId2"/>
              </a:buBlip>
              <a:tabLst>
                <a:tab pos="0" algn="l"/>
              </a:tabLst>
            </a:pPr>
            <a:r>
              <a:rPr lang="en" sz="1500" b="0" u="none" strike="noStrike" dirty="0">
                <a:solidFill>
                  <a:srgbClr val="FFFFFF"/>
                </a:solidFill>
                <a:effectLst/>
                <a:uFillTx/>
                <a:latin typeface="Arial"/>
                <a:ea typeface="Arial"/>
              </a:rPr>
              <a:t>Charts &amp; Tables</a:t>
            </a:r>
            <a:endParaRPr lang="en-GB" sz="1500" b="0" u="none" strike="noStrike" dirty="0">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dirty="0">
                <a:solidFill>
                  <a:srgbClr val="FFFFFF"/>
                </a:solidFill>
                <a:effectLst/>
                <a:uFillTx/>
                <a:latin typeface="Arial"/>
                <a:ea typeface="Arial"/>
              </a:rPr>
              <a:t>Platform Graphics</a:t>
            </a:r>
            <a:endParaRPr lang="en-GB" sz="1800" b="0" u="none" strike="noStrike" dirty="0">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dirty="0">
                <a:solidFill>
                  <a:srgbClr val="FFFFFF"/>
                </a:solidFill>
                <a:effectLst/>
                <a:uFillTx/>
                <a:latin typeface="Arial"/>
                <a:ea typeface="Arial"/>
              </a:rPr>
              <a:t>Icons &amp; Logos</a:t>
            </a:r>
            <a:endParaRPr lang="en-GB" sz="1800" b="0" u="none" strike="noStrike" dirty="0">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Google Shape;285;p32"/>
          <p:cNvSpPr/>
          <p:nvPr/>
        </p:nvSpPr>
        <p:spPr>
          <a:xfrm>
            <a:off x="365760" y="1219320"/>
            <a:ext cx="1867320" cy="35247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tabLst>
                <a:tab pos="0" algn="l"/>
              </a:tabLst>
            </a:pPr>
            <a:r>
              <a:rPr lang="en" sz="1100" b="1" u="none" strike="noStrike">
                <a:solidFill>
                  <a:srgbClr val="5B5B5B"/>
                </a:solidFill>
                <a:effectLst/>
                <a:uFillTx/>
                <a:latin typeface="Arial"/>
                <a:ea typeface="Arial"/>
              </a:rPr>
              <a:t>WELCOME TO YOUR 2026 TEMPLATE</a:t>
            </a:r>
            <a:endParaRPr lang="en-GB" sz="1100" b="0" u="none" strike="noStrike">
              <a:solidFill>
                <a:srgbClr val="000000"/>
              </a:solidFill>
              <a:effectLst/>
              <a:uFillTx/>
              <a:latin typeface="Arial"/>
            </a:endParaRPr>
          </a:p>
          <a:p>
            <a:pPr>
              <a:lnSpc>
                <a:spcPct val="100000"/>
              </a:lnSpc>
              <a:tabLst>
                <a:tab pos="0" algn="l"/>
              </a:tabLst>
            </a:pPr>
            <a:endParaRPr lang="en-GB" sz="500" b="0" u="none" strike="noStrike">
              <a:solidFill>
                <a:srgbClr val="000000"/>
              </a:solidFill>
              <a:effectLst/>
              <a:uFillTx/>
              <a:latin typeface="Arial"/>
            </a:endParaRPr>
          </a:p>
          <a:p>
            <a:pPr>
              <a:lnSpc>
                <a:spcPct val="100000"/>
              </a:lnSpc>
              <a:tabLst>
                <a:tab pos="0" algn="l"/>
              </a:tabLst>
            </a:pPr>
            <a:r>
              <a:rPr lang="en" sz="1000" b="0" u="none" strike="noStrike">
                <a:solidFill>
                  <a:srgbClr val="5B5B5B"/>
                </a:solidFill>
                <a:effectLst/>
                <a:uFillTx/>
                <a:latin typeface="Arial"/>
                <a:ea typeface="Arial"/>
              </a:rPr>
              <a:t>The first two sections of this deck are for your enablement and information. Please follow the instructions to apply this template to existing decks, and always start new decks by pulling a fresh deck from the Template Gallery so you can take advantage of incremental updates released. </a:t>
            </a:r>
            <a:endParaRPr lang="en-GB" sz="1000" b="0" u="none" strike="noStrike">
              <a:solidFill>
                <a:srgbClr val="000000"/>
              </a:solidFill>
              <a:effectLst/>
              <a:uFillTx/>
              <a:latin typeface="Arial"/>
            </a:endParaRPr>
          </a:p>
          <a:p>
            <a:pPr>
              <a:lnSpc>
                <a:spcPct val="100000"/>
              </a:lnSpc>
              <a:tabLst>
                <a:tab pos="0" algn="l"/>
              </a:tabLst>
            </a:pPr>
            <a:endParaRPr lang="en-GB" sz="1000" b="0" u="none" strike="noStrike">
              <a:solidFill>
                <a:srgbClr val="000000"/>
              </a:solidFill>
              <a:effectLst/>
              <a:uFillTx/>
              <a:latin typeface="Arial"/>
            </a:endParaRPr>
          </a:p>
          <a:p>
            <a:pPr>
              <a:lnSpc>
                <a:spcPct val="100000"/>
              </a:lnSpc>
              <a:tabLst>
                <a:tab pos="0" algn="l"/>
              </a:tabLst>
            </a:pPr>
            <a:r>
              <a:rPr lang="en" sz="1000" b="1" u="none" strike="noStrike">
                <a:solidFill>
                  <a:srgbClr val="5B5B5B"/>
                </a:solidFill>
                <a:effectLst/>
                <a:uFillTx/>
                <a:latin typeface="Arial"/>
                <a:ea typeface="Arial"/>
              </a:rPr>
              <a:t>Questions? </a:t>
            </a:r>
            <a:r>
              <a:rPr lang="en" sz="1000" b="0" u="none" strike="noStrike">
                <a:solidFill>
                  <a:srgbClr val="5B5B5B"/>
                </a:solidFill>
                <a:effectLst/>
                <a:uFillTx/>
                <a:latin typeface="Arial"/>
                <a:ea typeface="Arial"/>
              </a:rPr>
              <a:t>Reach out to </a:t>
            </a:r>
            <a:r>
              <a:rPr lang="en" sz="1000" b="0" u="sng" strike="noStrike">
                <a:solidFill>
                  <a:schemeClr val="hlink"/>
                </a:solidFill>
                <a:effectLst/>
                <a:uFillTx/>
                <a:latin typeface="Arial"/>
                <a:ea typeface="Arial"/>
                <a:hlinkClick r:id="rId3"/>
              </a:rPr>
              <a:t>#brand</a:t>
            </a:r>
            <a:r>
              <a:rPr lang="en" sz="1000" b="0" u="none" strike="noStrike">
                <a:solidFill>
                  <a:srgbClr val="5B5B5B"/>
                </a:solidFill>
                <a:effectLst/>
                <a:uFillTx/>
                <a:latin typeface="Arial"/>
                <a:ea typeface="Arial"/>
              </a:rPr>
              <a:t> on slack or email </a:t>
            </a:r>
            <a:r>
              <a:rPr lang="en" sz="1000" b="0" u="sng" strike="noStrike">
                <a:solidFill>
                  <a:schemeClr val="hlink"/>
                </a:solidFill>
                <a:effectLst/>
                <a:uFillTx/>
                <a:latin typeface="Arial"/>
                <a:ea typeface="Arial"/>
                <a:hlinkClick r:id="rId4"/>
              </a:rPr>
              <a:t>brand@snowflake.com</a:t>
            </a:r>
            <a:endParaRPr lang="en-GB" sz="10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p:nvPr>
        </p:nvSpPr>
        <p:spPr>
          <a:xfrm>
            <a:off x="365759" y="1214280"/>
            <a:ext cx="8635117" cy="2711880"/>
          </a:xfrm>
          <a:prstGeom prst="rect">
            <a:avLst/>
          </a:prstGeom>
          <a:noFill/>
          <a:ln w="0">
            <a:noFill/>
          </a:ln>
        </p:spPr>
        <p:txBody>
          <a:bodyPr lIns="91440" tIns="45720" rIns="91440" bIns="45720" anchor="ctr">
            <a:noAutofit/>
          </a:bodyPr>
          <a:lstStyle/>
          <a:p>
            <a:pPr indent="0">
              <a:lnSpc>
                <a:spcPct val="74000"/>
              </a:lnSpc>
              <a:buNone/>
              <a:tabLst>
                <a:tab pos="0" algn="l"/>
              </a:tabLst>
            </a:pPr>
            <a:r>
              <a:rPr lang="en" sz="4000" b="1" u="none" strike="noStrike" dirty="0">
                <a:solidFill>
                  <a:schemeClr val="lt1"/>
                </a:solidFill>
                <a:effectLst/>
                <a:uFillTx/>
                <a:latin typeface="Arial"/>
                <a:ea typeface="Arial"/>
              </a:rPr>
              <a:t>SAMPLE</a:t>
            </a:r>
            <a:endParaRPr lang="en-GB" sz="4000" b="0" u="none" strike="noStrike" dirty="0">
              <a:solidFill>
                <a:srgbClr val="FFFFFF"/>
              </a:solidFill>
              <a:effectLst/>
              <a:uFillTx/>
              <a:latin typeface="Arial"/>
            </a:endParaRPr>
          </a:p>
          <a:p>
            <a:pPr indent="0">
              <a:lnSpc>
                <a:spcPct val="74000"/>
              </a:lnSpc>
              <a:spcBef>
                <a:spcPts val="799"/>
              </a:spcBef>
              <a:spcAft>
                <a:spcPts val="799"/>
              </a:spcAft>
              <a:buNone/>
              <a:tabLst>
                <a:tab pos="0" algn="l"/>
              </a:tabLst>
            </a:pPr>
            <a:r>
              <a:rPr lang="en" sz="4000" b="1" u="none" strike="noStrike" dirty="0">
                <a:solidFill>
                  <a:schemeClr val="accent1"/>
                </a:solidFill>
                <a:effectLst/>
                <a:uFillTx/>
                <a:latin typeface="Arial"/>
                <a:ea typeface="Arial"/>
              </a:rPr>
              <a:t>SLIDES</a:t>
            </a:r>
            <a:endParaRPr lang="en-GB" sz="4000" b="0" u="none" strike="noStrike" dirty="0">
              <a:solidFill>
                <a:srgbClr val="FFFFFF"/>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366480" y="3160440"/>
            <a:ext cx="8602590"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Subtitle in Arial Bold, 18pt</a:t>
            </a:r>
            <a:endParaRPr lang="en-GB" sz="1800" b="0" u="none" strike="noStrike" dirty="0">
              <a:solidFill>
                <a:srgbClr val="000000"/>
              </a:solidFill>
              <a:effectLst/>
              <a:uFillTx/>
              <a:latin typeface="Arial"/>
            </a:endParaRPr>
          </a:p>
        </p:txBody>
      </p:sp>
      <p:sp>
        <p:nvSpPr>
          <p:cNvPr id="292"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a:solidFill>
                  <a:schemeClr val="dk1"/>
                </a:solidFill>
                <a:effectLst/>
                <a:uFillTx/>
                <a:latin typeface="Arial"/>
                <a:ea typeface="Arial"/>
              </a:rPr>
              <a:t>First Lastname  |  Date</a:t>
            </a:r>
            <a:endParaRPr lang="en-GB" sz="1400" b="0" u="none" strike="noStrike">
              <a:solidFill>
                <a:srgbClr val="000000"/>
              </a:solidFill>
              <a:effectLst/>
              <a:uFillTx/>
              <a:latin typeface="Arial"/>
            </a:endParaRPr>
          </a:p>
        </p:txBody>
      </p:sp>
      <p:sp>
        <p:nvSpPr>
          <p:cNvPr id="293" name="PlaceHolder 3"/>
          <p:cNvSpPr>
            <a:spLocks noGrp="1"/>
          </p:cNvSpPr>
          <p:nvPr>
            <p:ph type="title"/>
          </p:nvPr>
        </p:nvSpPr>
        <p:spPr>
          <a:xfrm>
            <a:off x="366479" y="1188720"/>
            <a:ext cx="8602591"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TITLE IN ARIAL BOLD,</a:t>
            </a:r>
            <a:br>
              <a:rPr sz="4400" dirty="0"/>
            </a:br>
            <a:r>
              <a:rPr lang="en" sz="4400" b="1" u="none" strike="noStrike" dirty="0">
                <a:solidFill>
                  <a:schemeClr val="dk1"/>
                </a:solidFill>
                <a:effectLst/>
                <a:uFillTx/>
                <a:latin typeface="Arial"/>
                <a:ea typeface="Arial"/>
              </a:rPr>
              <a:t>44PT ALL CAPS</a:t>
            </a:r>
            <a:endParaRPr lang="en-GB" sz="4400" b="0" u="none" strike="noStrike" dirty="0">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94" name="Google Shape;592;p52"/>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95" name="Google Shape;593;p52"/>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296" name="Google Shape;594;p52"/>
          <p:cNvPicPr/>
          <p:nvPr/>
        </p:nvPicPr>
        <p:blipFill>
          <a:blip r:embed="rId2"/>
          <a:stretch/>
        </p:blipFill>
        <p:spPr>
          <a:xfrm>
            <a:off x="6581880" y="2012040"/>
            <a:ext cx="2100240" cy="745200"/>
          </a:xfrm>
          <a:prstGeom prst="rect">
            <a:avLst/>
          </a:prstGeom>
          <a:noFill/>
          <a:ln w="0">
            <a:noFill/>
          </a:ln>
        </p:spPr>
      </p:pic>
      <p:sp>
        <p:nvSpPr>
          <p:cNvPr id="297" name="PlaceHolder 1"/>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COVER SLIDE </a:t>
            </a:r>
            <a:br>
              <a:rPr sz="4400" dirty="0"/>
            </a:br>
            <a:r>
              <a:rPr lang="en" sz="4400" b="1" u="none" strike="noStrike" dirty="0">
                <a:solidFill>
                  <a:schemeClr val="dk1"/>
                </a:solidFill>
                <a:effectLst/>
                <a:uFillTx/>
                <a:latin typeface="Arial"/>
                <a:ea typeface="Arial"/>
              </a:rPr>
              <a:t>WITH CUSTOMER LOGO</a:t>
            </a:r>
            <a:endParaRPr lang="en-GB" sz="4400" b="0" u="none" strike="noStrike" dirty="0">
              <a:solidFill>
                <a:srgbClr val="000000"/>
              </a:solidFill>
              <a:effectLst/>
              <a:uFillTx/>
              <a:latin typeface="Arial"/>
            </a:endParaRPr>
          </a:p>
        </p:txBody>
      </p:sp>
      <p:sp>
        <p:nvSpPr>
          <p:cNvPr id="298" name="PlaceHolder 2"/>
          <p:cNvSpPr>
            <a:spLocks noGrp="1"/>
          </p:cNvSpPr>
          <p:nvPr>
            <p:ph type="title"/>
          </p:nvPr>
        </p:nvSpPr>
        <p:spPr>
          <a:xfrm>
            <a:off x="366480" y="3160440"/>
            <a:ext cx="5727960" cy="439560"/>
          </a:xfrm>
          <a:prstGeom prst="rect">
            <a:avLst/>
          </a:prstGeom>
          <a:noFill/>
          <a:ln w="0">
            <a:noFill/>
          </a:ln>
        </p:spPr>
        <p:txBody>
          <a:bodyPr lIns="91440" tIns="91440" rIns="91440" bIns="91440" anchor="t">
            <a:noAutofit/>
          </a:bodyPr>
          <a:lstStyle/>
          <a:p>
            <a:pPr indent="0">
              <a:lnSpc>
                <a:spcPct val="105000"/>
              </a:lnSpc>
              <a:spcAft>
                <a:spcPts val="1001"/>
              </a:spcAft>
              <a:buNone/>
              <a:tabLst>
                <a:tab pos="0" algn="l"/>
              </a:tabLst>
            </a:pPr>
            <a:r>
              <a:rPr lang="en" sz="1800" b="1" u="none" strike="noStrike" dirty="0">
                <a:solidFill>
                  <a:schemeClr val="dk1"/>
                </a:solidFill>
                <a:effectLst/>
                <a:uFillTx/>
                <a:latin typeface="Arial"/>
                <a:ea typeface="Arial"/>
              </a:rPr>
              <a:t>Useful for customized sales presentations</a:t>
            </a:r>
            <a:endParaRPr lang="en-GB" sz="1800" b="0" u="none" strike="noStrike" dirty="0">
              <a:solidFill>
                <a:srgbClr val="000000"/>
              </a:solidFill>
              <a:effectLst/>
              <a:uFillTx/>
              <a:latin typeface="Arial"/>
            </a:endParaRPr>
          </a:p>
        </p:txBody>
      </p:sp>
      <p:sp>
        <p:nvSpPr>
          <p:cNvPr id="299" name="PlaceHolder 3"/>
          <p:cNvSpPr>
            <a:spLocks noGrp="1"/>
          </p:cNvSpPr>
          <p:nvPr>
            <p:ph type="title"/>
          </p:nvPr>
        </p:nvSpPr>
        <p:spPr>
          <a:xfrm>
            <a:off x="366480" y="4275720"/>
            <a:ext cx="4202640" cy="459720"/>
          </a:xfrm>
          <a:prstGeom prst="rect">
            <a:avLst/>
          </a:prstGeom>
          <a:noFill/>
          <a:ln w="0">
            <a:noFill/>
          </a:ln>
        </p:spPr>
        <p:txBody>
          <a:bodyPr lIns="91440" tIns="91440" rIns="91440" bIns="91440" anchor="b">
            <a:spAutoFit/>
          </a:bodyPr>
          <a:lstStyle/>
          <a:p>
            <a:pPr indent="0">
              <a:lnSpc>
                <a:spcPct val="90000"/>
              </a:lnSpc>
              <a:spcAft>
                <a:spcPts val="1001"/>
              </a:spcAft>
              <a:buNone/>
              <a:tabLst>
                <a:tab pos="0" algn="l"/>
              </a:tabLst>
            </a:pPr>
            <a:r>
              <a:rPr lang="en" sz="1400" b="1" u="none" strike="noStrike">
                <a:solidFill>
                  <a:schemeClr val="dk1"/>
                </a:solidFill>
                <a:effectLst/>
                <a:uFillTx/>
                <a:latin typeface="Arial"/>
                <a:ea typeface="Arial"/>
              </a:rPr>
              <a:t>First Lastname  |  Date</a:t>
            </a:r>
            <a:endParaRPr lang="en-GB" sz="1400" b="0" u="none" strike="noStrike">
              <a:solidFill>
                <a:srgbClr val="000000"/>
              </a:solidFill>
              <a:effectLst/>
              <a:uFillTx/>
              <a:latin typeface="Arial"/>
            </a:endParaRPr>
          </a:p>
        </p:txBody>
      </p:sp>
      <p:sp>
        <p:nvSpPr>
          <p:cNvPr id="300" name="PlaceHolder 4"/>
          <p:cNvSpPr>
            <a:spLocks noGrp="1"/>
          </p:cNvSpPr>
          <p:nvPr>
            <p:ph type="sldNum" idx="24"/>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1E606F8-2983-40AC-A67C-7975363D58AC}" type="slidenum">
              <a:rPr lang="en" sz="600" b="0" u="none" strike="noStrike">
                <a:solidFill>
                  <a:srgbClr val="929292"/>
                </a:solidFill>
                <a:effectLst/>
                <a:uFillTx/>
                <a:latin typeface="Arial"/>
                <a:ea typeface="Arial"/>
              </a:rPr>
              <a:t>6</a:t>
            </a:fld>
            <a:endParaRPr lang="en-GB" sz="60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p:nvPr>
        </p:nvSpPr>
        <p:spPr>
          <a:xfrm>
            <a:off x="365760" y="1214280"/>
            <a:ext cx="8714630" cy="2711880"/>
          </a:xfrm>
          <a:prstGeom prst="rect">
            <a:avLst/>
          </a:prstGeom>
          <a:noFill/>
          <a:ln w="0">
            <a:noFill/>
          </a:ln>
        </p:spPr>
        <p:txBody>
          <a:bodyPr lIns="91440" tIns="45720" rIns="91440" bIns="45720" anchor="ctr">
            <a:noAutofit/>
          </a:bodyPr>
          <a:lstStyle/>
          <a:p>
            <a:pPr indent="0">
              <a:lnSpc>
                <a:spcPct val="74000"/>
              </a:lnSpc>
              <a:buNone/>
              <a:tabLst>
                <a:tab pos="0" algn="l"/>
              </a:tabLst>
            </a:pPr>
            <a:r>
              <a:rPr lang="en" sz="4000" b="1" u="none" strike="noStrike" dirty="0">
                <a:solidFill>
                  <a:schemeClr val="lt1"/>
                </a:solidFill>
                <a:effectLst/>
                <a:uFillTx/>
                <a:latin typeface="Arial"/>
                <a:ea typeface="Arial"/>
              </a:rPr>
              <a:t>CH. TITLE, ALL CAPS</a:t>
            </a:r>
            <a:endParaRPr lang="en-GB" sz="4000" b="0" u="none" strike="noStrike" dirty="0">
              <a:solidFill>
                <a:srgbClr val="FFFFFF"/>
              </a:solidFill>
              <a:effectLst/>
              <a:uFillTx/>
              <a:latin typeface="Arial"/>
            </a:endParaRPr>
          </a:p>
          <a:p>
            <a:pPr indent="0">
              <a:lnSpc>
                <a:spcPct val="74000"/>
              </a:lnSpc>
              <a:spcBef>
                <a:spcPts val="799"/>
              </a:spcBef>
              <a:spcAft>
                <a:spcPts val="799"/>
              </a:spcAft>
              <a:buNone/>
              <a:tabLst>
                <a:tab pos="0" algn="l"/>
              </a:tabLst>
            </a:pPr>
            <a:r>
              <a:rPr lang="en" sz="4000" b="1" u="none" strike="noStrike" dirty="0">
                <a:solidFill>
                  <a:schemeClr val="accent1"/>
                </a:solidFill>
                <a:effectLst/>
                <a:uFillTx/>
                <a:latin typeface="Arial"/>
                <a:ea typeface="Arial"/>
              </a:rPr>
              <a:t>OPTION 4</a:t>
            </a:r>
            <a:endParaRPr lang="en-GB" sz="4000" b="0" u="none" strike="noStrike" dirty="0">
              <a:solidFill>
                <a:srgbClr val="FFFFFF"/>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p:cNvSpPr>
          <p:nvPr>
            <p:ph/>
          </p:nvPr>
        </p:nvSpPr>
        <p:spPr>
          <a:xfrm>
            <a:off x="365760" y="1371600"/>
            <a:ext cx="8272440" cy="2115964"/>
          </a:xfrm>
          <a:prstGeom prst="rect">
            <a:avLst/>
          </a:prstGeom>
          <a:noFill/>
          <a:ln w="0">
            <a:noFill/>
          </a:ln>
        </p:spPr>
        <p:txBody>
          <a:bodyPr lIns="91440" tIns="91440" rIns="91440" bIns="91440" anchor="t">
            <a:spAutoFit/>
          </a:bodyPr>
          <a:lstStyle/>
          <a:p>
            <a:pPr marL="216000" indent="-216000">
              <a:lnSpc>
                <a:spcPct val="115000"/>
              </a:lnSpc>
              <a:spcAft>
                <a:spcPts val="1001"/>
              </a:spcAft>
              <a:buSzPct val="132979"/>
              <a:buBlip>
                <a:blip r:embed="rId2"/>
              </a:buBlip>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consectetur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 </a:t>
            </a:r>
            <a:r>
              <a:rPr lang="en" sz="1600" b="0" u="none" strike="noStrike" dirty="0" err="1">
                <a:solidFill>
                  <a:srgbClr val="5B5B5B"/>
                </a:solidFill>
                <a:effectLst/>
                <a:uFillTx/>
                <a:latin typeface="Arial"/>
                <a:ea typeface="Arial"/>
              </a:rPr>
              <a:t>aliqua</a:t>
            </a:r>
            <a:r>
              <a:rPr lang="en" sz="1600" b="0" u="none" strike="noStrike" dirty="0">
                <a:solidFill>
                  <a:srgbClr val="5B5B5B"/>
                </a:solidFill>
                <a:effectLst/>
                <a:uFillTx/>
                <a:latin typeface="Arial"/>
                <a:ea typeface="Arial"/>
              </a:rPr>
              <a:t>. Ut </a:t>
            </a:r>
            <a:r>
              <a:rPr lang="en" sz="1600" b="0" u="none" strike="noStrike" dirty="0" err="1">
                <a:solidFill>
                  <a:srgbClr val="5B5B5B"/>
                </a:solidFill>
                <a:effectLst/>
                <a:uFillTx/>
                <a:latin typeface="Arial"/>
                <a:ea typeface="Arial"/>
              </a:rPr>
              <a:t>enim</a:t>
            </a:r>
            <a:r>
              <a:rPr lang="en" sz="1600" b="0" u="none" strike="noStrike" dirty="0">
                <a:solidFill>
                  <a:srgbClr val="5B5B5B"/>
                </a:solidFill>
                <a:effectLst/>
                <a:uFillTx/>
                <a:latin typeface="Arial"/>
                <a:ea typeface="Arial"/>
              </a:rPr>
              <a:t> ad minim </a:t>
            </a:r>
            <a:r>
              <a:rPr lang="en" sz="1600" b="0" u="none" strike="noStrike" dirty="0" err="1">
                <a:solidFill>
                  <a:srgbClr val="5B5B5B"/>
                </a:solidFill>
                <a:effectLst/>
                <a:uFillTx/>
                <a:latin typeface="Arial"/>
                <a:ea typeface="Arial"/>
              </a:rPr>
              <a:t>veniam</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quis</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nostrud</a:t>
            </a:r>
            <a:r>
              <a:rPr lang="en" sz="1600" b="0" u="none" strike="noStrike" dirty="0">
                <a:solidFill>
                  <a:srgbClr val="5B5B5B"/>
                </a:solidFill>
                <a:effectLst/>
                <a:uFillTx/>
                <a:latin typeface="Arial"/>
                <a:ea typeface="Arial"/>
              </a:rPr>
              <a:t> exercitation </a:t>
            </a:r>
            <a:r>
              <a:rPr lang="en" sz="1600" b="0" u="none" strike="noStrike" dirty="0" err="1">
                <a:solidFill>
                  <a:srgbClr val="5B5B5B"/>
                </a:solidFill>
                <a:effectLst/>
                <a:uFillTx/>
                <a:latin typeface="Arial"/>
                <a:ea typeface="Arial"/>
              </a:rPr>
              <a:t>ullamco</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laboris</a:t>
            </a:r>
            <a:r>
              <a:rPr lang="en" sz="1600" b="0" u="none" strike="noStrike" dirty="0">
                <a:solidFill>
                  <a:srgbClr val="5B5B5B"/>
                </a:solidFill>
                <a:effectLst/>
                <a:uFillTx/>
                <a:latin typeface="Arial"/>
                <a:ea typeface="Arial"/>
              </a:rPr>
              <a:t>.</a:t>
            </a:r>
            <a:endParaRPr lang="en-GB" sz="1600" b="0" u="none" strike="noStrike" dirty="0">
              <a:solidFill>
                <a:srgbClr val="000000"/>
              </a:solidFill>
              <a:effectLst/>
              <a:uFillTx/>
              <a:latin typeface="Arial"/>
            </a:endParaRPr>
          </a:p>
          <a:p>
            <a:pPr marL="216000" indent="-216000">
              <a:lnSpc>
                <a:spcPct val="115000"/>
              </a:lnSpc>
              <a:spcAft>
                <a:spcPts val="1001"/>
              </a:spcAft>
              <a:buSzPct val="132979"/>
              <a:buBlip>
                <a:blip r:embed="rId2"/>
              </a:buBlip>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consectetur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 </a:t>
            </a:r>
            <a:r>
              <a:rPr lang="en" sz="1600" b="0" u="none" strike="noStrike" dirty="0" err="1">
                <a:solidFill>
                  <a:srgbClr val="5B5B5B"/>
                </a:solidFill>
                <a:effectLst/>
                <a:uFillTx/>
                <a:latin typeface="Arial"/>
                <a:ea typeface="Arial"/>
              </a:rPr>
              <a:t>aliqua</a:t>
            </a:r>
            <a:r>
              <a:rPr lang="en" sz="1600" b="0" u="none" strike="noStrike" dirty="0">
                <a:solidFill>
                  <a:srgbClr val="5B5B5B"/>
                </a:solidFill>
                <a:effectLst/>
                <a:uFillTx/>
                <a:latin typeface="Arial"/>
                <a:ea typeface="Arial"/>
              </a:rPr>
              <a:t>. Ut </a:t>
            </a:r>
            <a:r>
              <a:rPr lang="en" sz="1600" b="0" u="none" strike="noStrike" dirty="0" err="1">
                <a:solidFill>
                  <a:srgbClr val="5B5B5B"/>
                </a:solidFill>
                <a:effectLst/>
                <a:uFillTx/>
                <a:latin typeface="Arial"/>
                <a:ea typeface="Arial"/>
              </a:rPr>
              <a:t>enim</a:t>
            </a:r>
            <a:r>
              <a:rPr lang="en" sz="1600" b="0" u="none" strike="noStrike" dirty="0">
                <a:solidFill>
                  <a:srgbClr val="5B5B5B"/>
                </a:solidFill>
                <a:effectLst/>
                <a:uFillTx/>
                <a:latin typeface="Arial"/>
                <a:ea typeface="Arial"/>
              </a:rPr>
              <a:t> ad minim </a:t>
            </a:r>
            <a:r>
              <a:rPr lang="en" sz="1600" b="0" u="none" strike="noStrike" dirty="0" err="1">
                <a:solidFill>
                  <a:srgbClr val="5B5B5B"/>
                </a:solidFill>
                <a:effectLst/>
                <a:uFillTx/>
                <a:latin typeface="Arial"/>
                <a:ea typeface="Arial"/>
              </a:rPr>
              <a:t>veniam</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quis</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nostrud</a:t>
            </a:r>
            <a:r>
              <a:rPr lang="en" sz="1600" b="0" u="none" strike="noStrike" dirty="0">
                <a:solidFill>
                  <a:srgbClr val="5B5B5B"/>
                </a:solidFill>
                <a:effectLst/>
                <a:uFillTx/>
                <a:latin typeface="Arial"/>
                <a:ea typeface="Arial"/>
              </a:rPr>
              <a:t> exercitation </a:t>
            </a:r>
            <a:r>
              <a:rPr lang="en" sz="1600" b="0" u="none" strike="noStrike" dirty="0" err="1">
                <a:solidFill>
                  <a:srgbClr val="5B5B5B"/>
                </a:solidFill>
                <a:effectLst/>
                <a:uFillTx/>
                <a:latin typeface="Arial"/>
                <a:ea typeface="Arial"/>
              </a:rPr>
              <a:t>ullamco</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laboris</a:t>
            </a:r>
            <a:r>
              <a:rPr lang="en" sz="1600" b="0" u="none" strike="noStrike" dirty="0">
                <a:solidFill>
                  <a:srgbClr val="5B5B5B"/>
                </a:solidFill>
                <a:effectLst/>
                <a:uFillTx/>
                <a:latin typeface="Arial"/>
                <a:ea typeface="Arial"/>
              </a:rPr>
              <a:t>.</a:t>
            </a:r>
            <a:endParaRPr lang="en-GB" sz="1600" b="0" u="none" strike="noStrike" dirty="0">
              <a:solidFill>
                <a:srgbClr val="000000"/>
              </a:solidFill>
              <a:effectLst/>
              <a:uFillTx/>
              <a:latin typeface="Arial"/>
            </a:endParaRPr>
          </a:p>
        </p:txBody>
      </p:sp>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One Column Layout</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8</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365760" y="274320"/>
            <a:ext cx="834552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Two Column Layout w/ Paragraph Titles</a:t>
            </a:r>
            <a:endParaRPr lang="en-GB" sz="2600" b="0" u="none" strike="noStrike">
              <a:solidFill>
                <a:srgbClr val="000000"/>
              </a:solidFill>
              <a:effectLst/>
              <a:uFillTx/>
              <a:latin typeface="Arial"/>
            </a:endParaRPr>
          </a:p>
        </p:txBody>
      </p:sp>
      <p:sp>
        <p:nvSpPr>
          <p:cNvPr id="312" name="PlaceHolder 2"/>
          <p:cNvSpPr>
            <a:spLocks noGrp="1"/>
          </p:cNvSpPr>
          <p:nvPr>
            <p:ph/>
          </p:nvPr>
        </p:nvSpPr>
        <p:spPr>
          <a:xfrm>
            <a:off x="365760" y="1172820"/>
            <a:ext cx="4157640" cy="2562753"/>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13" name="PlaceHolder 3"/>
          <p:cNvSpPr>
            <a:spLocks noGrp="1"/>
          </p:cNvSpPr>
          <p:nvPr>
            <p:ph/>
          </p:nvPr>
        </p:nvSpPr>
        <p:spPr>
          <a:xfrm>
            <a:off x="4617720" y="1172820"/>
            <a:ext cx="4157640" cy="2562753"/>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14" name="Google Shape;683;p65"/>
          <p:cNvSpPr/>
          <p:nvPr/>
        </p:nvSpPr>
        <p:spPr>
          <a:xfrm>
            <a:off x="365760" y="1258450"/>
            <a:ext cx="299700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15" name="Google Shape;684;p65"/>
          <p:cNvSpPr/>
          <p:nvPr/>
        </p:nvSpPr>
        <p:spPr>
          <a:xfrm>
            <a:off x="4617720" y="1258450"/>
            <a:ext cx="299700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16" name="PlaceHolder 4"/>
          <p:cNvSpPr>
            <a:spLocks noGrp="1"/>
          </p:cNvSpPr>
          <p:nvPr>
            <p:ph type="sldNum" idx="27"/>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476B098-57F3-4427-8E19-FA747527D176}" type="slidenum">
              <a:rPr lang="en" sz="600" b="0" u="none" strike="noStrike">
                <a:solidFill>
                  <a:srgbClr val="929292"/>
                </a:solidFill>
                <a:effectLst/>
                <a:uFillTx/>
                <a:latin typeface="Arial"/>
                <a:ea typeface="Arial"/>
              </a:rPr>
              <a:t>9</a:t>
            </a:fld>
            <a:endParaRPr lang="en-GB" sz="600" b="0" u="none" strike="noStrike">
              <a:solidFill>
                <a:srgbClr val="000000"/>
              </a:solidFill>
              <a:effectLst/>
              <a:uFillTx/>
              <a:latin typeface="Times New Roman"/>
            </a:endParaRPr>
          </a:p>
        </p:txBody>
      </p:sp>
      <p:sp>
        <p:nvSpPr>
          <p:cNvPr id="317" name="PlaceHolder 5"/>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Three Column Layout w/ Paragraph Titles</a:t>
            </a:r>
            <a:endParaRPr lang="en-GB" sz="2600" b="0" u="none" strike="noStrike">
              <a:solidFill>
                <a:srgbClr val="000000"/>
              </a:solidFill>
              <a:effectLst/>
              <a:uFillTx/>
              <a:latin typeface="Arial"/>
            </a:endParaRPr>
          </a:p>
        </p:txBody>
      </p:sp>
      <p:sp>
        <p:nvSpPr>
          <p:cNvPr id="325" name="PlaceHolder 2"/>
          <p:cNvSpPr>
            <a:spLocks noGrp="1"/>
          </p:cNvSpPr>
          <p:nvPr>
            <p:ph/>
          </p:nvPr>
        </p:nvSpPr>
        <p:spPr>
          <a:xfrm>
            <a:off x="365760" y="1236428"/>
            <a:ext cx="2694600" cy="3129062"/>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26" name="PlaceHolder 3"/>
          <p:cNvSpPr>
            <a:spLocks noGrp="1"/>
          </p:cNvSpPr>
          <p:nvPr>
            <p:ph/>
          </p:nvPr>
        </p:nvSpPr>
        <p:spPr>
          <a:xfrm>
            <a:off x="3169080" y="1236428"/>
            <a:ext cx="2694600" cy="3129062"/>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27" name="PlaceHolder 4"/>
          <p:cNvSpPr>
            <a:spLocks noGrp="1"/>
          </p:cNvSpPr>
          <p:nvPr>
            <p:ph/>
          </p:nvPr>
        </p:nvSpPr>
        <p:spPr>
          <a:xfrm>
            <a:off x="6127920" y="1236428"/>
            <a:ext cx="2694600" cy="3129062"/>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28" name="Google Shape;705;p67"/>
          <p:cNvSpPr/>
          <p:nvPr/>
        </p:nvSpPr>
        <p:spPr>
          <a:xfrm>
            <a:off x="365760" y="1236428"/>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29" name="Google Shape;706;p67"/>
          <p:cNvSpPr/>
          <p:nvPr/>
        </p:nvSpPr>
        <p:spPr>
          <a:xfrm>
            <a:off x="3169080" y="1236428"/>
            <a:ext cx="279468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30" name="Google Shape;707;p67"/>
          <p:cNvSpPr/>
          <p:nvPr/>
        </p:nvSpPr>
        <p:spPr>
          <a:xfrm>
            <a:off x="6127920" y="1236428"/>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31" name="PlaceHolder 5"/>
          <p:cNvSpPr>
            <a:spLocks noGrp="1"/>
          </p:cNvSpPr>
          <p:nvPr>
            <p:ph type="sldNum" idx="29"/>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E61DFB2-CED5-480C-B32B-8B5044C68942}" type="slidenum">
              <a:rPr lang="en" sz="600" b="0" u="none" strike="noStrike">
                <a:solidFill>
                  <a:srgbClr val="929292"/>
                </a:solidFill>
                <a:effectLst/>
                <a:uFillTx/>
                <a:latin typeface="Arial"/>
                <a:ea typeface="Arial"/>
              </a:rPr>
              <a:t>10</a:t>
            </a:fld>
            <a:endParaRPr lang="en-GB" sz="600" b="0" u="none" strike="noStrike">
              <a:solidFill>
                <a:srgbClr val="000000"/>
              </a:solidFill>
              <a:effectLst/>
              <a:uFillTx/>
              <a:latin typeface="Times New Roman"/>
            </a:endParaRPr>
          </a:p>
        </p:txBody>
      </p:sp>
      <p:sp>
        <p:nvSpPr>
          <p:cNvPr id="332" name="PlaceHolder 6"/>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Three Column Layout w/ Icons</a:t>
            </a:r>
            <a:endParaRPr lang="en-GB" sz="2600" b="0" u="none" strike="noStrike">
              <a:solidFill>
                <a:srgbClr val="000000"/>
              </a:solidFill>
              <a:effectLst/>
              <a:uFillTx/>
              <a:latin typeface="Arial"/>
            </a:endParaRPr>
          </a:p>
        </p:txBody>
      </p:sp>
      <p:sp>
        <p:nvSpPr>
          <p:cNvPr id="334" name="PlaceHolder 2"/>
          <p:cNvSpPr>
            <a:spLocks noGrp="1"/>
          </p:cNvSpPr>
          <p:nvPr>
            <p:ph/>
          </p:nvPr>
        </p:nvSpPr>
        <p:spPr>
          <a:xfrm>
            <a:off x="365760" y="1133070"/>
            <a:ext cx="2694600" cy="3456331"/>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et dolore magna.</a:t>
            </a:r>
            <a:endParaRPr lang="en-GB" sz="1600" dirty="0">
              <a:solidFill>
                <a:srgbClr val="000000"/>
              </a:solidFill>
            </a:endParaRPr>
          </a:p>
        </p:txBody>
      </p:sp>
      <p:sp>
        <p:nvSpPr>
          <p:cNvPr id="335" name="PlaceHolder 3"/>
          <p:cNvSpPr>
            <a:spLocks noGrp="1"/>
          </p:cNvSpPr>
          <p:nvPr>
            <p:ph/>
          </p:nvPr>
        </p:nvSpPr>
        <p:spPr>
          <a:xfrm>
            <a:off x="3169080" y="1133070"/>
            <a:ext cx="2694600" cy="3456331"/>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et dolore magna.</a:t>
            </a:r>
            <a:endParaRPr lang="en-GB" sz="1600" dirty="0">
              <a:solidFill>
                <a:srgbClr val="000000"/>
              </a:solidFill>
            </a:endParaRPr>
          </a:p>
        </p:txBody>
      </p:sp>
      <p:sp>
        <p:nvSpPr>
          <p:cNvPr id="336" name="PlaceHolder 4"/>
          <p:cNvSpPr>
            <a:spLocks noGrp="1"/>
          </p:cNvSpPr>
          <p:nvPr>
            <p:ph/>
          </p:nvPr>
        </p:nvSpPr>
        <p:spPr>
          <a:xfrm>
            <a:off x="6127920" y="1133070"/>
            <a:ext cx="2694600" cy="3456331"/>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et dolore magna.</a:t>
            </a:r>
            <a:endParaRPr lang="en-GB" sz="1600" dirty="0">
              <a:solidFill>
                <a:srgbClr val="000000"/>
              </a:solidFill>
            </a:endParaRPr>
          </a:p>
        </p:txBody>
      </p:sp>
      <p:sp>
        <p:nvSpPr>
          <p:cNvPr id="337" name="PlaceHolder 5"/>
          <p:cNvSpPr>
            <a:spLocks noGrp="1"/>
          </p:cNvSpPr>
          <p:nvPr>
            <p:ph type="sldNum" idx="30"/>
          </p:nvPr>
        </p:nvSpPr>
        <p:spPr>
          <a:xfrm>
            <a:off x="8229600" y="462075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63716400-CC51-4980-BAF4-1AB3E08F4299}" type="slidenum">
              <a:rPr lang="en" sz="600" b="0" u="none" strike="noStrike">
                <a:solidFill>
                  <a:srgbClr val="929292"/>
                </a:solidFill>
                <a:effectLst/>
                <a:uFillTx/>
                <a:latin typeface="Arial"/>
                <a:ea typeface="Arial"/>
              </a:rPr>
              <a:t>11</a:t>
            </a:fld>
            <a:endParaRPr lang="en-GB" sz="600" b="0" u="none" strike="noStrike">
              <a:solidFill>
                <a:srgbClr val="000000"/>
              </a:solidFill>
              <a:effectLst/>
              <a:uFillTx/>
              <a:latin typeface="Times New Roman"/>
            </a:endParaRPr>
          </a:p>
        </p:txBody>
      </p:sp>
      <p:sp>
        <p:nvSpPr>
          <p:cNvPr id="338" name="PlaceHolder 6"/>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
        <p:nvSpPr>
          <p:cNvPr id="339" name="Google Shape;720;p68"/>
          <p:cNvSpPr/>
          <p:nvPr/>
        </p:nvSpPr>
        <p:spPr>
          <a:xfrm>
            <a:off x="543960" y="1220910"/>
            <a:ext cx="791640" cy="699480"/>
          </a:xfrm>
          <a:custGeom>
            <a:avLst/>
            <a:gdLst>
              <a:gd name="textAreaLeft" fmla="*/ 0 w 791640"/>
              <a:gd name="textAreaRight" fmla="*/ 794520 w 791640"/>
              <a:gd name="textAreaTop" fmla="*/ 0 h 699480"/>
              <a:gd name="textAreaBottom" fmla="*/ 702360 h 699480"/>
            </a:gdLst>
            <a:ahLst/>
            <a:cxnLst/>
            <a:rect l="textAreaLeft" t="textAreaTop" r="textAreaRight" b="textAreaBottom"/>
            <a:pathLst>
              <a:path w="1985891" h="1778143">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40" name="Google Shape;721;p68"/>
          <p:cNvSpPr/>
          <p:nvPr/>
        </p:nvSpPr>
        <p:spPr>
          <a:xfrm>
            <a:off x="3169080" y="1260510"/>
            <a:ext cx="897120" cy="620640"/>
          </a:xfrm>
          <a:custGeom>
            <a:avLst/>
            <a:gdLst>
              <a:gd name="textAreaLeft" fmla="*/ 0 w 897120"/>
              <a:gd name="textAreaRight" fmla="*/ 900000 w 897120"/>
              <a:gd name="textAreaTop" fmla="*/ 0 h 620640"/>
              <a:gd name="textAreaBottom" fmla="*/ 623520 h 620640"/>
            </a:gdLst>
            <a:ahLst/>
            <a:cxnLst/>
            <a:rect l="textAreaLeft" t="textAreaTop" r="textAreaRight" b="textAreaBottom"/>
            <a:pathLst>
              <a:path w="628345" h="469761">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41" name="Google Shape;722;p68"/>
          <p:cNvSpPr/>
          <p:nvPr/>
        </p:nvSpPr>
        <p:spPr>
          <a:xfrm>
            <a:off x="6127920" y="1161150"/>
            <a:ext cx="723960" cy="820080"/>
          </a:xfrm>
          <a:custGeom>
            <a:avLst/>
            <a:gdLst>
              <a:gd name="textAreaLeft" fmla="*/ 0 w 723960"/>
              <a:gd name="textAreaRight" fmla="*/ 726840 w 723960"/>
              <a:gd name="textAreaTop" fmla="*/ 0 h 820080"/>
              <a:gd name="textAreaBottom" fmla="*/ 822960 h 820080"/>
            </a:gdLst>
            <a:ahLst/>
            <a:cxnLst/>
            <a:rect l="textAreaLeft" t="textAreaTop" r="textAreaRight" b="textAreaBottom"/>
            <a:pathLst>
              <a:path w="556888" h="627137">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42" name="Google Shape;723;p68"/>
          <p:cNvSpPr/>
          <p:nvPr/>
        </p:nvSpPr>
        <p:spPr>
          <a:xfrm>
            <a:off x="365760" y="2027310"/>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43" name="Google Shape;724;p68"/>
          <p:cNvSpPr/>
          <p:nvPr/>
        </p:nvSpPr>
        <p:spPr>
          <a:xfrm>
            <a:off x="3169080" y="2027310"/>
            <a:ext cx="279468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44" name="Google Shape;725;p68"/>
          <p:cNvSpPr/>
          <p:nvPr/>
        </p:nvSpPr>
        <p:spPr>
          <a:xfrm>
            <a:off x="6127920" y="2027310"/>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Four Column Layout w/ Big Numbers</a:t>
            </a:r>
            <a:endParaRPr lang="en-GB" sz="2600" b="0" u="none" strike="noStrike">
              <a:solidFill>
                <a:srgbClr val="000000"/>
              </a:solidFill>
              <a:effectLst/>
              <a:uFillTx/>
              <a:latin typeface="Arial"/>
            </a:endParaRPr>
          </a:p>
        </p:txBody>
      </p:sp>
      <p:sp>
        <p:nvSpPr>
          <p:cNvPr id="347" name="PlaceHolder 3"/>
          <p:cNvSpPr>
            <a:spLocks noGrp="1"/>
          </p:cNvSpPr>
          <p:nvPr>
            <p:ph/>
          </p:nvPr>
        </p:nvSpPr>
        <p:spPr>
          <a:xfrm>
            <a:off x="348527" y="1289880"/>
            <a:ext cx="1917360" cy="16711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48" name="PlaceHolder 4"/>
          <p:cNvSpPr>
            <a:spLocks noGrp="1"/>
          </p:cNvSpPr>
          <p:nvPr>
            <p:ph/>
          </p:nvPr>
        </p:nvSpPr>
        <p:spPr>
          <a:xfrm>
            <a:off x="4673160" y="1371600"/>
            <a:ext cx="1917360" cy="16711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49" name="PlaceHolder 5"/>
          <p:cNvSpPr>
            <a:spLocks noGrp="1"/>
          </p:cNvSpPr>
          <p:nvPr>
            <p:ph/>
          </p:nvPr>
        </p:nvSpPr>
        <p:spPr>
          <a:xfrm>
            <a:off x="6887160" y="1371600"/>
            <a:ext cx="1917360" cy="16711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50" name="Google Shape;735;p69"/>
          <p:cNvSpPr/>
          <p:nvPr/>
        </p:nvSpPr>
        <p:spPr>
          <a:xfrm>
            <a:off x="365760" y="1307160"/>
            <a:ext cx="1917360" cy="73188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67%</a:t>
            </a:r>
            <a:endParaRPr lang="en-GB" sz="3600" b="0" u="none" strike="noStrike">
              <a:solidFill>
                <a:srgbClr val="000000"/>
              </a:solidFill>
              <a:effectLst/>
              <a:uFillTx/>
              <a:latin typeface="Arial"/>
            </a:endParaRPr>
          </a:p>
        </p:txBody>
      </p:sp>
      <p:sp>
        <p:nvSpPr>
          <p:cNvPr id="351" name="Google Shape;736;p69"/>
          <p:cNvSpPr/>
          <p:nvPr/>
        </p:nvSpPr>
        <p:spPr>
          <a:xfrm>
            <a:off x="2459520" y="1307160"/>
            <a:ext cx="204624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&gt;10M</a:t>
            </a:r>
            <a:endParaRPr lang="en-GB" sz="3600" b="0" u="none" strike="noStrike">
              <a:solidFill>
                <a:srgbClr val="000000"/>
              </a:solidFill>
              <a:effectLst/>
              <a:uFillTx/>
              <a:latin typeface="Arial"/>
            </a:endParaRPr>
          </a:p>
        </p:txBody>
      </p:sp>
      <p:sp>
        <p:nvSpPr>
          <p:cNvPr id="352" name="Google Shape;737;p69"/>
          <p:cNvSpPr/>
          <p:nvPr/>
        </p:nvSpPr>
        <p:spPr>
          <a:xfrm>
            <a:off x="4673160" y="1307160"/>
            <a:ext cx="204624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+55%</a:t>
            </a:r>
            <a:endParaRPr lang="en-GB" sz="3600" b="0" u="none" strike="noStrike">
              <a:solidFill>
                <a:srgbClr val="000000"/>
              </a:solidFill>
              <a:effectLst/>
              <a:uFillTx/>
              <a:latin typeface="Arial"/>
            </a:endParaRPr>
          </a:p>
        </p:txBody>
      </p:sp>
      <p:sp>
        <p:nvSpPr>
          <p:cNvPr id="353" name="Google Shape;738;p69"/>
          <p:cNvSpPr/>
          <p:nvPr/>
        </p:nvSpPr>
        <p:spPr>
          <a:xfrm>
            <a:off x="6886800" y="1289880"/>
            <a:ext cx="191736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110B</a:t>
            </a:r>
            <a:endParaRPr lang="en-GB" sz="3600" b="0" u="none" strike="noStrike">
              <a:solidFill>
                <a:srgbClr val="000000"/>
              </a:solidFill>
              <a:effectLst/>
              <a:uFillTx/>
              <a:latin typeface="Arial"/>
            </a:endParaRPr>
          </a:p>
        </p:txBody>
      </p:sp>
      <p:sp>
        <p:nvSpPr>
          <p:cNvPr id="354" name="PlaceHolder 6"/>
          <p:cNvSpPr>
            <a:spLocks noGrp="1"/>
          </p:cNvSpPr>
          <p:nvPr>
            <p:ph type="sldNum" idx="31"/>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690B65D1-50C8-4DC3-BDBA-2BD49FFB7F49}" type="slidenum">
              <a:rPr lang="en" sz="600" b="0" u="none" strike="noStrike">
                <a:solidFill>
                  <a:srgbClr val="929292"/>
                </a:solidFill>
                <a:effectLst/>
                <a:uFillTx/>
                <a:latin typeface="Arial"/>
                <a:ea typeface="Arial"/>
              </a:rPr>
              <a:t>12</a:t>
            </a:fld>
            <a:endParaRPr lang="en-GB" sz="600" b="0" u="none" strike="noStrike">
              <a:solidFill>
                <a:srgbClr val="000000"/>
              </a:solidFill>
              <a:effectLst/>
              <a:uFillTx/>
              <a:latin typeface="Times New Roman"/>
            </a:endParaRPr>
          </a:p>
        </p:txBody>
      </p:sp>
      <p:sp>
        <p:nvSpPr>
          <p:cNvPr id="355" name="PlaceHolder 7"/>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dirty="0">
                <a:solidFill>
                  <a:srgbClr val="5B5B5B"/>
                </a:solidFill>
                <a:effectLst/>
                <a:uFillTx/>
                <a:latin typeface="Arial"/>
                <a:ea typeface="Arial"/>
              </a:rPr>
              <a:t>Subtitle if needed</a:t>
            </a:r>
            <a:endParaRPr lang="en-GB" sz="1800" b="0" u="none" strike="noStrike" dirty="0">
              <a:solidFill>
                <a:srgbClr val="000000"/>
              </a:solidFill>
              <a:effectLst/>
              <a:uFillTx/>
              <a:latin typeface="Arial"/>
            </a:endParaRPr>
          </a:p>
        </p:txBody>
      </p:sp>
      <p:sp>
        <p:nvSpPr>
          <p:cNvPr id="4" name="PlaceHolder 3">
            <a:extLst>
              <a:ext uri="{FF2B5EF4-FFF2-40B4-BE49-F238E27FC236}">
                <a16:creationId xmlns:a16="http://schemas.microsoft.com/office/drawing/2014/main" id="{BD4081B7-50CD-4A93-D435-D9C1EDE7AAE4}"/>
              </a:ext>
            </a:extLst>
          </p:cNvPr>
          <p:cNvSpPr txBox="1">
            <a:spLocks/>
          </p:cNvSpPr>
          <p:nvPr/>
        </p:nvSpPr>
        <p:spPr>
          <a:xfrm>
            <a:off x="2579760" y="1289880"/>
            <a:ext cx="1917360" cy="1671120"/>
          </a:xfrm>
          <a:prstGeom prst="rect">
            <a:avLst/>
          </a:prstGeom>
          <a:noFill/>
          <a:ln w="0">
            <a:noFill/>
          </a:ln>
        </p:spPr>
        <p:txBody>
          <a:bodyPr lIns="91440" tIns="91440" rIns="91440" bIns="9144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15000"/>
              </a:lnSpc>
              <a:tabLst>
                <a:tab pos="0" algn="l"/>
              </a:tabLst>
            </a:pPr>
            <a:endParaRPr lang="en-GB" sz="1400" dirty="0">
              <a:solidFill>
                <a:srgbClr val="000000"/>
              </a:solidFill>
              <a:latin typeface="Arial"/>
            </a:endParaRPr>
          </a:p>
          <a:p>
            <a:pPr>
              <a:lnSpc>
                <a:spcPct val="115000"/>
              </a:lnSpc>
              <a:spcBef>
                <a:spcPts val="1001"/>
              </a:spcBef>
              <a:tabLst>
                <a:tab pos="0" algn="l"/>
              </a:tabLst>
            </a:pPr>
            <a:endParaRPr lang="en-GB" sz="1400" dirty="0">
              <a:solidFill>
                <a:srgbClr val="000000"/>
              </a:solidFill>
              <a:latin typeface="Arial"/>
            </a:endParaRPr>
          </a:p>
          <a:p>
            <a:pPr>
              <a:lnSpc>
                <a:spcPct val="115000"/>
              </a:lnSpc>
              <a:spcBef>
                <a:spcPts val="1001"/>
              </a:spcBef>
              <a:spcAft>
                <a:spcPts val="1001"/>
              </a:spcAft>
              <a:tabLst>
                <a:tab pos="0" algn="l"/>
              </a:tabLst>
            </a:pPr>
            <a:r>
              <a:rPr lang="en" sz="1400" dirty="0">
                <a:solidFill>
                  <a:srgbClr val="5B5B5B"/>
                </a:solidFill>
                <a:latin typeface="Arial"/>
                <a:ea typeface="Arial"/>
              </a:rPr>
              <a:t>Lorem ipsum dolor sit </a:t>
            </a:r>
            <a:r>
              <a:rPr lang="en" sz="1400" dirty="0" err="1">
                <a:solidFill>
                  <a:srgbClr val="5B5B5B"/>
                </a:solidFill>
                <a:latin typeface="Arial"/>
                <a:ea typeface="Arial"/>
              </a:rPr>
              <a:t>amet</a:t>
            </a:r>
            <a:r>
              <a:rPr lang="en" sz="1400" dirty="0">
                <a:solidFill>
                  <a:srgbClr val="5B5B5B"/>
                </a:solidFill>
                <a:latin typeface="Arial"/>
                <a:ea typeface="Arial"/>
              </a:rPr>
              <a:t>, </a:t>
            </a:r>
            <a:r>
              <a:rPr lang="en" sz="1400" dirty="0" err="1">
                <a:solidFill>
                  <a:srgbClr val="5B5B5B"/>
                </a:solidFill>
                <a:latin typeface="Arial"/>
                <a:ea typeface="Arial"/>
              </a:rPr>
              <a:t>consectetur</a:t>
            </a:r>
            <a:r>
              <a:rPr lang="en" sz="1400" dirty="0">
                <a:solidFill>
                  <a:srgbClr val="5B5B5B"/>
                </a:solidFill>
                <a:latin typeface="Arial"/>
                <a:ea typeface="Arial"/>
              </a:rPr>
              <a:t> </a:t>
            </a:r>
            <a:r>
              <a:rPr lang="en" sz="1400" dirty="0" err="1">
                <a:solidFill>
                  <a:srgbClr val="5B5B5B"/>
                </a:solidFill>
                <a:latin typeface="Arial"/>
                <a:ea typeface="Arial"/>
              </a:rPr>
              <a:t>adipiscing</a:t>
            </a:r>
            <a:r>
              <a:rPr lang="en" sz="1400" dirty="0">
                <a:solidFill>
                  <a:srgbClr val="5B5B5B"/>
                </a:solidFill>
                <a:latin typeface="Arial"/>
                <a:ea typeface="Arial"/>
              </a:rPr>
              <a:t> </a:t>
            </a:r>
            <a:r>
              <a:rPr lang="en" sz="1400" dirty="0" err="1">
                <a:solidFill>
                  <a:srgbClr val="5B5B5B"/>
                </a:solidFill>
                <a:latin typeface="Arial"/>
                <a:ea typeface="Arial"/>
              </a:rPr>
              <a:t>elit</a:t>
            </a:r>
            <a:r>
              <a:rPr lang="en" sz="1400" dirty="0">
                <a:solidFill>
                  <a:srgbClr val="5B5B5B"/>
                </a:solidFill>
                <a:latin typeface="Arial"/>
                <a:ea typeface="Arial"/>
              </a:rPr>
              <a:t>, sed do </a:t>
            </a:r>
            <a:r>
              <a:rPr lang="en" sz="1400" dirty="0" err="1">
                <a:solidFill>
                  <a:srgbClr val="5B5B5B"/>
                </a:solidFill>
                <a:latin typeface="Arial"/>
                <a:ea typeface="Arial"/>
              </a:rPr>
              <a:t>eiusmod</a:t>
            </a:r>
            <a:r>
              <a:rPr lang="en" sz="1400" dirty="0">
                <a:solidFill>
                  <a:srgbClr val="5B5B5B"/>
                </a:solidFill>
                <a:latin typeface="Arial"/>
                <a:ea typeface="Arial"/>
              </a:rPr>
              <a:t> </a:t>
            </a:r>
            <a:r>
              <a:rPr lang="en" sz="1400" dirty="0" err="1">
                <a:solidFill>
                  <a:srgbClr val="5B5B5B"/>
                </a:solidFill>
                <a:latin typeface="Arial"/>
                <a:ea typeface="Arial"/>
              </a:rPr>
              <a:t>tempor</a:t>
            </a:r>
            <a:r>
              <a:rPr lang="en" sz="1400" dirty="0">
                <a:solidFill>
                  <a:srgbClr val="5B5B5B"/>
                </a:solidFill>
                <a:latin typeface="Arial"/>
                <a:ea typeface="Arial"/>
              </a:rPr>
              <a:t> ed </a:t>
            </a:r>
            <a:r>
              <a:rPr lang="en" sz="1400" dirty="0" err="1">
                <a:solidFill>
                  <a:srgbClr val="5B5B5B"/>
                </a:solidFill>
                <a:latin typeface="Arial"/>
                <a:ea typeface="Arial"/>
              </a:rPr>
              <a:t>incididunt</a:t>
            </a:r>
            <a:r>
              <a:rPr lang="en" sz="1400" dirty="0">
                <a:solidFill>
                  <a:srgbClr val="5B5B5B"/>
                </a:solidFill>
                <a:latin typeface="Arial"/>
                <a:ea typeface="Arial"/>
              </a:rPr>
              <a:t> </a:t>
            </a:r>
            <a:r>
              <a:rPr lang="en" sz="1400" dirty="0" err="1">
                <a:solidFill>
                  <a:srgbClr val="5B5B5B"/>
                </a:solidFill>
                <a:latin typeface="Arial"/>
                <a:ea typeface="Arial"/>
              </a:rPr>
              <a:t>ut</a:t>
            </a:r>
            <a:r>
              <a:rPr lang="en" sz="1400" dirty="0">
                <a:solidFill>
                  <a:srgbClr val="5B5B5B"/>
                </a:solidFill>
                <a:latin typeface="Arial"/>
                <a:ea typeface="Arial"/>
              </a:rPr>
              <a:t> labore et dolore magna </a:t>
            </a:r>
            <a:r>
              <a:rPr lang="en" sz="1400" dirty="0" err="1">
                <a:solidFill>
                  <a:srgbClr val="5B5B5B"/>
                </a:solidFill>
                <a:latin typeface="Arial"/>
                <a:ea typeface="Arial"/>
              </a:rPr>
              <a:t>aliqua</a:t>
            </a:r>
            <a:r>
              <a:rPr lang="en" sz="1400" dirty="0">
                <a:solidFill>
                  <a:srgbClr val="5B5B5B"/>
                </a:solidFill>
                <a:latin typeface="Arial"/>
                <a:ea typeface="Arial"/>
              </a:rPr>
              <a:t>. </a:t>
            </a:r>
            <a:endParaRPr lang="en-GB" sz="1400"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Four Column Layout w/ Icons</a:t>
            </a:r>
            <a:endParaRPr lang="en-GB" sz="2600" b="0" u="none" strike="noStrike" dirty="0">
              <a:solidFill>
                <a:srgbClr val="000000"/>
              </a:solidFill>
              <a:effectLst/>
              <a:uFillTx/>
              <a:latin typeface="Arial"/>
            </a:endParaRPr>
          </a:p>
        </p:txBody>
      </p:sp>
      <p:sp>
        <p:nvSpPr>
          <p:cNvPr id="357" name="PlaceHolder 2"/>
          <p:cNvSpPr>
            <a:spLocks noGrp="1"/>
          </p:cNvSpPr>
          <p:nvPr>
            <p:ph/>
          </p:nvPr>
        </p:nvSpPr>
        <p:spPr>
          <a:xfrm>
            <a:off x="365760" y="1472090"/>
            <a:ext cx="1917360" cy="20473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58" name="PlaceHolder 3"/>
          <p:cNvSpPr>
            <a:spLocks noGrp="1"/>
          </p:cNvSpPr>
          <p:nvPr>
            <p:ph/>
          </p:nvPr>
        </p:nvSpPr>
        <p:spPr>
          <a:xfrm>
            <a:off x="2459520" y="1472090"/>
            <a:ext cx="1917360" cy="20473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59" name="PlaceHolder 4"/>
          <p:cNvSpPr>
            <a:spLocks noGrp="1"/>
          </p:cNvSpPr>
          <p:nvPr>
            <p:ph/>
          </p:nvPr>
        </p:nvSpPr>
        <p:spPr>
          <a:xfrm>
            <a:off x="4673160" y="1472090"/>
            <a:ext cx="1917360" cy="20473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60" name="PlaceHolder 5"/>
          <p:cNvSpPr>
            <a:spLocks noGrp="1"/>
          </p:cNvSpPr>
          <p:nvPr>
            <p:ph/>
          </p:nvPr>
        </p:nvSpPr>
        <p:spPr>
          <a:xfrm>
            <a:off x="6887160" y="1508090"/>
            <a:ext cx="1917360" cy="246924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61" name="PlaceHolder 6"/>
          <p:cNvSpPr>
            <a:spLocks noGrp="1"/>
          </p:cNvSpPr>
          <p:nvPr>
            <p:ph type="sldNum" idx="3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901976D-FA3C-40E4-A634-5CE60F8FC84D}" type="slidenum">
              <a:rPr lang="en" sz="600" b="0" u="none" strike="noStrike">
                <a:solidFill>
                  <a:srgbClr val="929292"/>
                </a:solidFill>
                <a:effectLst/>
                <a:uFillTx/>
                <a:latin typeface="Arial"/>
                <a:ea typeface="Arial"/>
              </a:rPr>
              <a:t>13</a:t>
            </a:fld>
            <a:endParaRPr lang="en-GB" sz="600" b="0" u="none" strike="noStrike">
              <a:solidFill>
                <a:srgbClr val="000000"/>
              </a:solidFill>
              <a:effectLst/>
              <a:uFillTx/>
              <a:latin typeface="Times New Roman"/>
            </a:endParaRPr>
          </a:p>
        </p:txBody>
      </p:sp>
      <p:sp>
        <p:nvSpPr>
          <p:cNvPr id="362" name="PlaceHolder 7"/>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
        <p:nvSpPr>
          <p:cNvPr id="363" name="Google Shape;752;p70"/>
          <p:cNvSpPr/>
          <p:nvPr/>
        </p:nvSpPr>
        <p:spPr>
          <a:xfrm>
            <a:off x="543960" y="1364450"/>
            <a:ext cx="612720" cy="543960"/>
          </a:xfrm>
          <a:custGeom>
            <a:avLst/>
            <a:gdLst>
              <a:gd name="textAreaLeft" fmla="*/ 0 w 612720"/>
              <a:gd name="textAreaRight" fmla="*/ 615600 w 612720"/>
              <a:gd name="textAreaTop" fmla="*/ 0 h 543960"/>
              <a:gd name="textAreaBottom" fmla="*/ 546840 h 543960"/>
            </a:gdLst>
            <a:ahLst/>
            <a:cxnLst/>
            <a:rect l="textAreaLeft" t="textAreaTop" r="textAreaRight" b="textAreaBottom"/>
            <a:pathLst>
              <a:path w="1985891" h="1778143">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64" name="Google Shape;753;p70"/>
          <p:cNvSpPr/>
          <p:nvPr/>
        </p:nvSpPr>
        <p:spPr>
          <a:xfrm>
            <a:off x="2505960" y="1395410"/>
            <a:ext cx="696240" cy="482040"/>
          </a:xfrm>
          <a:custGeom>
            <a:avLst/>
            <a:gdLst>
              <a:gd name="textAreaLeft" fmla="*/ 0 w 696240"/>
              <a:gd name="textAreaRight" fmla="*/ 699120 w 696240"/>
              <a:gd name="textAreaTop" fmla="*/ 0 h 482040"/>
              <a:gd name="textAreaBottom" fmla="*/ 484920 h 482040"/>
            </a:gdLst>
            <a:ahLst/>
            <a:cxnLst/>
            <a:rect l="textAreaLeft" t="textAreaTop" r="textAreaRight" b="textAreaBottom"/>
            <a:pathLst>
              <a:path w="628345" h="469761">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65" name="Google Shape;754;p70"/>
          <p:cNvSpPr/>
          <p:nvPr/>
        </p:nvSpPr>
        <p:spPr>
          <a:xfrm>
            <a:off x="7071480" y="1386410"/>
            <a:ext cx="533160" cy="500040"/>
          </a:xfrm>
          <a:custGeom>
            <a:avLst/>
            <a:gdLst>
              <a:gd name="textAreaLeft" fmla="*/ 0 w 533160"/>
              <a:gd name="textAreaRight" fmla="*/ 536040 w 533160"/>
              <a:gd name="textAreaTop" fmla="*/ 0 h 500040"/>
              <a:gd name="textAreaBottom" fmla="*/ 502920 h 500040"/>
            </a:gdLst>
            <a:ahLst/>
            <a:cxnLst/>
            <a:rect l="textAreaLeft" t="textAreaTop" r="textAreaRight" b="textAreaBottom"/>
            <a:pathLst>
              <a:path w="529465" h="5027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66" name="Google Shape;755;p70"/>
          <p:cNvSpPr/>
          <p:nvPr/>
        </p:nvSpPr>
        <p:spPr>
          <a:xfrm>
            <a:off x="365760" y="1962410"/>
            <a:ext cx="173520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dirty="0">
                <a:solidFill>
                  <a:schemeClr val="dk2"/>
                </a:solidFill>
                <a:effectLst/>
                <a:uFillTx/>
                <a:latin typeface="Arial"/>
                <a:ea typeface="Arial"/>
              </a:rPr>
              <a:t>Education On Snowflake</a:t>
            </a:r>
            <a:endParaRPr lang="en-GB" sz="1800" b="0" u="none" strike="noStrike" dirty="0">
              <a:solidFill>
                <a:srgbClr val="000000"/>
              </a:solidFill>
              <a:effectLst/>
              <a:uFillTx/>
              <a:latin typeface="Arial"/>
            </a:endParaRPr>
          </a:p>
        </p:txBody>
      </p:sp>
      <p:sp>
        <p:nvSpPr>
          <p:cNvPr id="367" name="Google Shape;756;p70"/>
          <p:cNvSpPr/>
          <p:nvPr/>
        </p:nvSpPr>
        <p:spPr>
          <a:xfrm>
            <a:off x="2459520" y="1962410"/>
            <a:ext cx="178020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Mining On Snowflake</a:t>
            </a:r>
            <a:endParaRPr lang="en-GB" sz="1800" b="0" u="none" strike="noStrike">
              <a:solidFill>
                <a:srgbClr val="000000"/>
              </a:solidFill>
              <a:effectLst/>
              <a:uFillTx/>
              <a:latin typeface="Arial"/>
            </a:endParaRPr>
          </a:p>
        </p:txBody>
      </p:sp>
      <p:sp>
        <p:nvSpPr>
          <p:cNvPr id="368" name="Google Shape;757;p70"/>
          <p:cNvSpPr/>
          <p:nvPr/>
        </p:nvSpPr>
        <p:spPr>
          <a:xfrm>
            <a:off x="4673160" y="1962410"/>
            <a:ext cx="189108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Data Providers On Snowflake</a:t>
            </a:r>
            <a:endParaRPr lang="en-GB" sz="1800" b="0" u="none" strike="noStrike">
              <a:solidFill>
                <a:srgbClr val="000000"/>
              </a:solidFill>
              <a:effectLst/>
              <a:uFillTx/>
              <a:latin typeface="Arial"/>
            </a:endParaRPr>
          </a:p>
        </p:txBody>
      </p:sp>
      <p:sp>
        <p:nvSpPr>
          <p:cNvPr id="369" name="Google Shape;758;p70"/>
          <p:cNvSpPr/>
          <p:nvPr/>
        </p:nvSpPr>
        <p:spPr>
          <a:xfrm>
            <a:off x="4849560" y="1318010"/>
            <a:ext cx="562320" cy="636840"/>
          </a:xfrm>
          <a:custGeom>
            <a:avLst/>
            <a:gdLst>
              <a:gd name="textAreaLeft" fmla="*/ 0 w 562320"/>
              <a:gd name="textAreaRight" fmla="*/ 565200 w 562320"/>
              <a:gd name="textAreaTop" fmla="*/ 0 h 636840"/>
              <a:gd name="textAreaBottom" fmla="*/ 639720 h 636840"/>
            </a:gdLst>
            <a:ahLst/>
            <a:cxnLst/>
            <a:rect l="textAreaLeft" t="textAreaTop" r="textAreaRight" b="textAreaBottom"/>
            <a:pathLst>
              <a:path w="556888" h="627137">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70" name="Google Shape;759;p70"/>
          <p:cNvSpPr/>
          <p:nvPr/>
        </p:nvSpPr>
        <p:spPr>
          <a:xfrm>
            <a:off x="6887160" y="1962410"/>
            <a:ext cx="189108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BankingOn Snowflake</a:t>
            </a:r>
            <a:endParaRPr lang="en-GB" sz="18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PlaceHolder 1"/>
          <p:cNvSpPr>
            <a:spLocks noGrp="1"/>
          </p:cNvSpPr>
          <p:nvPr>
            <p:ph/>
          </p:nvPr>
        </p:nvSpPr>
        <p:spPr>
          <a:xfrm>
            <a:off x="365760" y="634320"/>
            <a:ext cx="3824640" cy="395173"/>
          </a:xfrm>
          <a:prstGeom prst="rect">
            <a:avLst/>
          </a:prstGeom>
          <a:noFill/>
          <a:ln w="0">
            <a:noFill/>
          </a:ln>
        </p:spPr>
        <p:txBody>
          <a:bodyPr lIns="91440" tIns="91440" rIns="91440" bIns="91440" anchor="t">
            <a:spAutoFit/>
          </a:bodyPr>
          <a:lstStyle/>
          <a:p>
            <a:pPr indent="0">
              <a:lnSpc>
                <a:spcPct val="105000"/>
              </a:lnSpc>
              <a:spcAft>
                <a:spcPts val="1001"/>
              </a:spcAft>
              <a:buNone/>
              <a:tabLst>
                <a:tab pos="0" algn="l"/>
              </a:tabLst>
            </a:pPr>
            <a:r>
              <a:rPr lang="en" sz="1400" b="0" u="none" strike="noStrike" dirty="0">
                <a:solidFill>
                  <a:srgbClr val="5B5B5B"/>
                </a:solidFill>
                <a:effectLst/>
                <a:uFillTx/>
                <a:latin typeface="Arial"/>
                <a:ea typeface="Arial"/>
              </a:rPr>
              <a:t>One side for graphic, the other for text</a:t>
            </a:r>
            <a:endParaRPr lang="en-GB" sz="1400" b="0" u="none" strike="noStrike" dirty="0">
              <a:solidFill>
                <a:srgbClr val="000000"/>
              </a:solidFill>
              <a:effectLst/>
              <a:uFillTx/>
              <a:latin typeface="Arial"/>
            </a:endParaRPr>
          </a:p>
        </p:txBody>
      </p:sp>
      <p:sp>
        <p:nvSpPr>
          <p:cNvPr id="372" name="PlaceHolder 2"/>
          <p:cNvSpPr>
            <a:spLocks noGrp="1"/>
          </p:cNvSpPr>
          <p:nvPr>
            <p:ph type="title"/>
          </p:nvPr>
        </p:nvSpPr>
        <p:spPr>
          <a:xfrm>
            <a:off x="365760" y="274320"/>
            <a:ext cx="3976200" cy="498598"/>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400" b="1" u="none" strike="noStrike" dirty="0">
                <a:solidFill>
                  <a:schemeClr val="dk1"/>
                </a:solidFill>
                <a:effectLst/>
                <a:uFillTx/>
                <a:latin typeface="Arial"/>
                <a:ea typeface="Arial"/>
              </a:rPr>
              <a:t>Split Slide</a:t>
            </a:r>
            <a:endParaRPr lang="en-GB" sz="2400" b="0" u="none" strike="noStrike" dirty="0">
              <a:solidFill>
                <a:srgbClr val="000000"/>
              </a:solidFill>
              <a:effectLst/>
              <a:uFillTx/>
              <a:latin typeface="Arial"/>
            </a:endParaRPr>
          </a:p>
        </p:txBody>
      </p:sp>
      <p:sp>
        <p:nvSpPr>
          <p:cNvPr id="373" name="PlaceHolder 3"/>
          <p:cNvSpPr>
            <a:spLocks noGrp="1"/>
          </p:cNvSpPr>
          <p:nvPr>
            <p:ph type="sldNum" idx="3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8174F52-6B2D-46D5-83F9-DC070636C473}" type="slidenum">
              <a:rPr lang="en" sz="600" b="0" u="none" strike="noStrike">
                <a:solidFill>
                  <a:srgbClr val="FFFFFF"/>
                </a:solidFill>
                <a:effectLst/>
                <a:uFillTx/>
                <a:latin typeface="Arial"/>
                <a:ea typeface="Arial"/>
              </a:rPr>
              <a:t>14</a:t>
            </a:fld>
            <a:endParaRPr lang="en-GB" sz="600" b="0" u="none" strike="noStrike">
              <a:solidFill>
                <a:srgbClr val="000000"/>
              </a:solidFill>
              <a:effectLst/>
              <a:uFillTx/>
              <a:latin typeface="Times New Roman"/>
            </a:endParaRPr>
          </a:p>
        </p:txBody>
      </p:sp>
      <p:pic>
        <p:nvPicPr>
          <p:cNvPr id="374" name="Google Shape;767;p71"/>
          <p:cNvPicPr/>
          <p:nvPr/>
        </p:nvPicPr>
        <p:blipFill>
          <a:blip r:embed="rId2"/>
          <a:srcRect l="5693" t="5133" r="8953" b="2014"/>
          <a:stretch/>
        </p:blipFill>
        <p:spPr>
          <a:xfrm>
            <a:off x="459720" y="1438560"/>
            <a:ext cx="3787920" cy="2789280"/>
          </a:xfrm>
          <a:prstGeom prst="rect">
            <a:avLst/>
          </a:prstGeom>
          <a:noFill/>
          <a:ln w="0">
            <a:noFill/>
          </a:ln>
        </p:spPr>
      </p:pic>
      <p:sp>
        <p:nvSpPr>
          <p:cNvPr id="375" name="PlaceHolder 4"/>
          <p:cNvSpPr>
            <a:spLocks noGrp="1"/>
          </p:cNvSpPr>
          <p:nvPr>
            <p:ph/>
          </p:nvPr>
        </p:nvSpPr>
        <p:spPr>
          <a:xfrm>
            <a:off x="4937760" y="715617"/>
            <a:ext cx="3563640" cy="4920834"/>
          </a:xfrm>
          <a:prstGeom prst="rect">
            <a:avLst/>
          </a:prstGeom>
          <a:noFill/>
          <a:ln w="0">
            <a:noFill/>
          </a:ln>
        </p:spPr>
        <p:txBody>
          <a:bodyPr lIns="91440" tIns="91440" rIns="91440" bIns="91440" anchor="t">
            <a:spAutoFit/>
          </a:bodyPr>
          <a:lstStyle/>
          <a:p>
            <a:pPr indent="0">
              <a:lnSpc>
                <a:spcPct val="115000"/>
              </a:lnSpc>
              <a:buNone/>
              <a:tabLst>
                <a:tab pos="0" algn="l"/>
              </a:tabLst>
            </a:pPr>
            <a:r>
              <a:rPr lang="en" sz="1600" b="0" u="none" strike="noStrike" dirty="0">
                <a:solidFill>
                  <a:schemeClr val="lt1"/>
                </a:solidFill>
                <a:effectLst/>
                <a:uFillTx/>
                <a:latin typeface="Arial"/>
                <a:ea typeface="Arial"/>
              </a:rPr>
              <a:t>Lorem ipsum dolor sit </a:t>
            </a:r>
            <a:r>
              <a:rPr lang="en" sz="1600" b="0" u="none" strike="noStrike" dirty="0" err="1">
                <a:solidFill>
                  <a:schemeClr val="lt1"/>
                </a:solidFill>
                <a:effectLst/>
                <a:uFillTx/>
                <a:latin typeface="Arial"/>
                <a:ea typeface="Arial"/>
              </a:rPr>
              <a:t>amet</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adipiscing</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elit</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eiusmod</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tempor</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incididunt</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ut</a:t>
            </a:r>
            <a:r>
              <a:rPr lang="en" sz="1600" b="0" u="none" strike="noStrike" dirty="0">
                <a:solidFill>
                  <a:schemeClr val="lt1"/>
                </a:solidFill>
                <a:effectLst/>
                <a:uFillTx/>
                <a:latin typeface="Arial"/>
                <a:ea typeface="Arial"/>
              </a:rPr>
              <a:t> labore</a:t>
            </a:r>
            <a:endParaRPr lang="en-GB" sz="1600" b="0" u="none" strike="noStrike" dirty="0">
              <a:solidFill>
                <a:srgbClr val="000000"/>
              </a:solidFill>
              <a:effectLst/>
              <a:uFillTx/>
              <a:latin typeface="Arial"/>
            </a:endParaRPr>
          </a:p>
          <a:p>
            <a:pPr marL="457200" indent="-343080">
              <a:lnSpc>
                <a:spcPct val="115000"/>
              </a:lnSpc>
              <a:spcBef>
                <a:spcPts val="1001"/>
              </a:spcBef>
              <a:buClr>
                <a:srgbClr val="5B5B5B"/>
              </a:buClr>
              <a:buBlip>
                <a:blip r:embed="rId3"/>
              </a:buBlip>
              <a:tabLst>
                <a:tab pos="0" algn="l"/>
              </a:tabLst>
            </a:pPr>
            <a:r>
              <a:rPr lang="en" sz="1600" dirty="0">
                <a:solidFill>
                  <a:schemeClr val="lt1"/>
                </a:solidFill>
                <a:latin typeface="Arial"/>
              </a:rPr>
              <a:t>Lorem ipsum dolor sit </a:t>
            </a:r>
            <a:r>
              <a:rPr lang="en" sz="1600" dirty="0" err="1">
                <a:solidFill>
                  <a:schemeClr val="lt1"/>
                </a:solidFill>
                <a:latin typeface="Arial"/>
              </a:rPr>
              <a:t>amet</a:t>
            </a:r>
            <a:r>
              <a:rPr lang="en" sz="1600" dirty="0">
                <a:solidFill>
                  <a:schemeClr val="lt1"/>
                </a:solidFill>
                <a:latin typeface="Arial"/>
              </a:rPr>
              <a:t>, </a:t>
            </a:r>
            <a:r>
              <a:rPr lang="en" sz="1600" dirty="0" err="1">
                <a:solidFill>
                  <a:schemeClr val="lt1"/>
                </a:solidFill>
                <a:latin typeface="Arial"/>
              </a:rPr>
              <a:t>consectetur</a:t>
            </a:r>
            <a:r>
              <a:rPr lang="en" sz="1600" dirty="0">
                <a:solidFill>
                  <a:schemeClr val="lt1"/>
                </a:solidFill>
                <a:latin typeface="Arial"/>
              </a:rPr>
              <a:t> </a:t>
            </a:r>
            <a:r>
              <a:rPr lang="en" sz="1600" dirty="0" err="1">
                <a:solidFill>
                  <a:schemeClr val="lt1"/>
                </a:solidFill>
                <a:latin typeface="Arial"/>
              </a:rPr>
              <a:t>adipiscing</a:t>
            </a:r>
            <a:r>
              <a:rPr lang="en" sz="1600" dirty="0">
                <a:solidFill>
                  <a:schemeClr val="lt1"/>
                </a:solidFill>
                <a:latin typeface="Arial"/>
              </a:rPr>
              <a:t> </a:t>
            </a:r>
            <a:r>
              <a:rPr lang="en" sz="1600" dirty="0" err="1">
                <a:solidFill>
                  <a:schemeClr val="lt1"/>
                </a:solidFill>
                <a:latin typeface="Arial"/>
              </a:rPr>
              <a:t>elit</a:t>
            </a:r>
            <a:r>
              <a:rPr lang="en" sz="1600" dirty="0">
                <a:solidFill>
                  <a:schemeClr val="lt1"/>
                </a:solidFill>
                <a:latin typeface="Arial"/>
              </a:rPr>
              <a:t>, sed do </a:t>
            </a:r>
            <a:r>
              <a:rPr lang="en" sz="1600" dirty="0" err="1">
                <a:solidFill>
                  <a:schemeClr val="lt1"/>
                </a:solidFill>
                <a:latin typeface="Arial"/>
              </a:rPr>
              <a:t>eiusmod</a:t>
            </a:r>
            <a:r>
              <a:rPr lang="en" sz="1600" dirty="0">
                <a:solidFill>
                  <a:schemeClr val="lt1"/>
                </a:solidFill>
                <a:latin typeface="Arial"/>
              </a:rPr>
              <a:t> </a:t>
            </a:r>
            <a:r>
              <a:rPr lang="en" sz="1600" dirty="0" err="1">
                <a:solidFill>
                  <a:schemeClr val="lt1"/>
                </a:solidFill>
                <a:latin typeface="Arial"/>
              </a:rPr>
              <a:t>tempor</a:t>
            </a:r>
            <a:r>
              <a:rPr lang="en" sz="1600" dirty="0">
                <a:solidFill>
                  <a:schemeClr val="lt1"/>
                </a:solidFill>
                <a:latin typeface="Arial"/>
              </a:rPr>
              <a:t> ed </a:t>
            </a:r>
            <a:r>
              <a:rPr lang="en" sz="1600" dirty="0" err="1">
                <a:solidFill>
                  <a:schemeClr val="lt1"/>
                </a:solidFill>
                <a:latin typeface="Arial"/>
              </a:rPr>
              <a:t>incididunt</a:t>
            </a:r>
            <a:r>
              <a:rPr lang="en" sz="1600" dirty="0">
                <a:solidFill>
                  <a:schemeClr val="lt1"/>
                </a:solidFill>
                <a:latin typeface="Arial"/>
              </a:rPr>
              <a:t> </a:t>
            </a:r>
            <a:r>
              <a:rPr lang="en" sz="1600" dirty="0" err="1">
                <a:solidFill>
                  <a:schemeClr val="lt1"/>
                </a:solidFill>
                <a:latin typeface="Arial"/>
              </a:rPr>
              <a:t>ut</a:t>
            </a:r>
            <a:r>
              <a:rPr lang="en" sz="1600" dirty="0">
                <a:solidFill>
                  <a:schemeClr val="lt1"/>
                </a:solidFill>
                <a:latin typeface="Arial"/>
              </a:rPr>
              <a:t> labore et dolore magna </a:t>
            </a:r>
            <a:r>
              <a:rPr lang="en" sz="1600" dirty="0" err="1">
                <a:solidFill>
                  <a:schemeClr val="lt1"/>
                </a:solidFill>
                <a:latin typeface="Arial"/>
              </a:rPr>
              <a:t>aliqua</a:t>
            </a:r>
            <a:r>
              <a:rPr lang="en" sz="1600" dirty="0">
                <a:solidFill>
                  <a:schemeClr val="lt1"/>
                </a:solidFill>
                <a:latin typeface="Arial"/>
              </a:rPr>
              <a:t>. </a:t>
            </a:r>
          </a:p>
          <a:p>
            <a:pPr marL="457200" indent="-343080">
              <a:lnSpc>
                <a:spcPct val="115000"/>
              </a:lnSpc>
              <a:spcBef>
                <a:spcPts val="1001"/>
              </a:spcBef>
              <a:buClr>
                <a:srgbClr val="5B5B5B"/>
              </a:buClr>
              <a:buBlip>
                <a:blip r:embed="rId3"/>
              </a:buBlip>
              <a:tabLst>
                <a:tab pos="0" algn="l"/>
              </a:tabLst>
            </a:pPr>
            <a:r>
              <a:rPr lang="en" sz="1600" dirty="0">
                <a:solidFill>
                  <a:schemeClr val="lt1"/>
                </a:solidFill>
              </a:rPr>
              <a:t>Lorem ipsum dolor sit </a:t>
            </a:r>
            <a:r>
              <a:rPr lang="en" sz="1600" dirty="0" err="1">
                <a:solidFill>
                  <a:schemeClr val="lt1"/>
                </a:solidFill>
              </a:rPr>
              <a:t>amet</a:t>
            </a:r>
            <a:r>
              <a:rPr lang="en" sz="1600" dirty="0">
                <a:solidFill>
                  <a:schemeClr val="lt1"/>
                </a:solidFill>
              </a:rPr>
              <a:t>, </a:t>
            </a:r>
            <a:r>
              <a:rPr lang="en" sz="1600" dirty="0" err="1">
                <a:solidFill>
                  <a:schemeClr val="lt1"/>
                </a:solidFill>
              </a:rPr>
              <a:t>consectetur</a:t>
            </a:r>
            <a:r>
              <a:rPr lang="en" sz="1600" dirty="0">
                <a:solidFill>
                  <a:schemeClr val="lt1"/>
                </a:solidFill>
              </a:rPr>
              <a:t> </a:t>
            </a:r>
            <a:r>
              <a:rPr lang="en" sz="1600" dirty="0" err="1">
                <a:solidFill>
                  <a:schemeClr val="lt1"/>
                </a:solidFill>
              </a:rPr>
              <a:t>adipiscing</a:t>
            </a:r>
            <a:r>
              <a:rPr lang="en" sz="1600" dirty="0">
                <a:solidFill>
                  <a:schemeClr val="lt1"/>
                </a:solidFill>
              </a:rPr>
              <a:t> </a:t>
            </a:r>
            <a:r>
              <a:rPr lang="en" sz="1600" dirty="0" err="1">
                <a:solidFill>
                  <a:schemeClr val="lt1"/>
                </a:solidFill>
              </a:rPr>
              <a:t>elit</a:t>
            </a:r>
            <a:r>
              <a:rPr lang="en" sz="1600" dirty="0">
                <a:solidFill>
                  <a:schemeClr val="lt1"/>
                </a:solidFill>
              </a:rPr>
              <a:t>, sed do </a:t>
            </a:r>
            <a:r>
              <a:rPr lang="en" sz="1600" dirty="0" err="1">
                <a:solidFill>
                  <a:schemeClr val="lt1"/>
                </a:solidFill>
              </a:rPr>
              <a:t>eiusmod</a:t>
            </a:r>
            <a:r>
              <a:rPr lang="en" sz="1600" dirty="0">
                <a:solidFill>
                  <a:schemeClr val="lt1"/>
                </a:solidFill>
              </a:rPr>
              <a:t> </a:t>
            </a:r>
            <a:r>
              <a:rPr lang="en" sz="1600" dirty="0" err="1">
                <a:solidFill>
                  <a:schemeClr val="lt1"/>
                </a:solidFill>
              </a:rPr>
              <a:t>tempor</a:t>
            </a:r>
            <a:r>
              <a:rPr lang="en" sz="1600" dirty="0">
                <a:solidFill>
                  <a:schemeClr val="lt1"/>
                </a:solidFill>
              </a:rPr>
              <a:t> ed </a:t>
            </a:r>
            <a:r>
              <a:rPr lang="en" sz="1600" dirty="0" err="1">
                <a:solidFill>
                  <a:schemeClr val="lt1"/>
                </a:solidFill>
              </a:rPr>
              <a:t>incididunt</a:t>
            </a:r>
            <a:r>
              <a:rPr lang="en" sz="1600" dirty="0">
                <a:solidFill>
                  <a:schemeClr val="lt1"/>
                </a:solidFill>
              </a:rPr>
              <a:t> </a:t>
            </a:r>
            <a:r>
              <a:rPr lang="en" sz="1600" dirty="0" err="1">
                <a:solidFill>
                  <a:schemeClr val="lt1"/>
                </a:solidFill>
              </a:rPr>
              <a:t>ut</a:t>
            </a:r>
            <a:r>
              <a:rPr lang="en" sz="1600" dirty="0">
                <a:solidFill>
                  <a:schemeClr val="lt1"/>
                </a:solidFill>
              </a:rPr>
              <a:t> labore et dolore magna </a:t>
            </a:r>
            <a:r>
              <a:rPr lang="en" sz="1600" dirty="0" err="1">
                <a:solidFill>
                  <a:schemeClr val="lt1"/>
                </a:solidFill>
              </a:rPr>
              <a:t>aliqua</a:t>
            </a:r>
            <a:r>
              <a:rPr lang="en" sz="1600" dirty="0">
                <a:solidFill>
                  <a:schemeClr val="lt1"/>
                </a:solidFill>
              </a:rPr>
              <a:t>. </a:t>
            </a:r>
            <a:endParaRPr lang="en-GB" sz="1600" dirty="0">
              <a:solidFill>
                <a:schemeClr val="lt1"/>
              </a:solidFill>
            </a:endParaRPr>
          </a:p>
          <a:p>
            <a:pPr marL="457200" indent="-343080">
              <a:lnSpc>
                <a:spcPct val="115000"/>
              </a:lnSpc>
              <a:spcBef>
                <a:spcPts val="1001"/>
              </a:spcBef>
              <a:buClr>
                <a:srgbClr val="5B5B5B"/>
              </a:buClr>
              <a:buFont typeface="Arial"/>
              <a:buChar char="•"/>
              <a:tabLst>
                <a:tab pos="0" algn="l"/>
              </a:tabLst>
            </a:pPr>
            <a:endParaRPr lang="en-GB" sz="1600" dirty="0">
              <a:solidFill>
                <a:schemeClr val="lt1"/>
              </a:solidFill>
              <a:latin typeface="Arial"/>
            </a:endParaRPr>
          </a:p>
          <a:p>
            <a:pPr marL="457200" indent="-343080">
              <a:lnSpc>
                <a:spcPct val="115000"/>
              </a:lnSpc>
              <a:spcBef>
                <a:spcPts val="1001"/>
              </a:spcBef>
              <a:buClr>
                <a:srgbClr val="5B5B5B"/>
              </a:buClr>
              <a:buFont typeface="Arial"/>
              <a:buChar char="•"/>
              <a:tabLst>
                <a:tab pos="0" algn="l"/>
              </a:tabLst>
            </a:pPr>
            <a:endParaRPr lang="en-GB" sz="1600" b="0" u="none" strike="noStrike" dirty="0">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p:cNvSpPr>
          <p:nvPr>
            <p:ph/>
          </p:nvPr>
        </p:nvSpPr>
        <p:spPr>
          <a:xfrm>
            <a:off x="365760" y="1332000"/>
            <a:ext cx="7481520" cy="2594160"/>
          </a:xfrm>
          <a:prstGeom prst="rect">
            <a:avLst/>
          </a:prstGeom>
          <a:noFill/>
          <a:ln w="0">
            <a:noFill/>
          </a:ln>
        </p:spPr>
        <p:txBody>
          <a:bodyPr lIns="91440" tIns="45720" rIns="91440" bIns="45720" anchor="ctr">
            <a:normAutofit/>
          </a:bodyPr>
          <a:lstStyle/>
          <a:p>
            <a:pPr indent="0">
              <a:lnSpc>
                <a:spcPct val="100000"/>
              </a:lnSpc>
              <a:spcAft>
                <a:spcPts val="1001"/>
              </a:spcAft>
              <a:buNone/>
              <a:tabLst>
                <a:tab pos="0" algn="l"/>
              </a:tabLst>
            </a:pPr>
            <a:r>
              <a:rPr lang="en" sz="4000" b="1" u="none" strike="noStrike" dirty="0">
                <a:solidFill>
                  <a:schemeClr val="lt1"/>
                </a:solidFill>
                <a:effectLst/>
                <a:uFillTx/>
                <a:latin typeface="Arial"/>
                <a:ea typeface="Arial"/>
              </a:rPr>
              <a:t>The wisdom of the wise, and the experience of ages, may be preserved by quotation.</a:t>
            </a:r>
            <a:endParaRPr lang="en-GB" sz="4000" b="0" u="none" strike="noStrike" dirty="0">
              <a:solidFill>
                <a:srgbClr val="FFFFFF"/>
              </a:solidFill>
              <a:effectLst/>
              <a:uFillTx/>
              <a:latin typeface="Arial"/>
            </a:endParaRPr>
          </a:p>
        </p:txBody>
      </p:sp>
      <p:sp>
        <p:nvSpPr>
          <p:cNvPr id="377" name="PlaceHolder 2"/>
          <p:cNvSpPr>
            <a:spLocks noGrp="1"/>
          </p:cNvSpPr>
          <p:nvPr>
            <p:ph type="sldNum" idx="34"/>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E8748C6C-C373-40EE-A8E0-90CBBCD8B2FF}" type="slidenum">
              <a:rPr lang="en" sz="600" b="0" u="none" strike="noStrike">
                <a:solidFill>
                  <a:srgbClr val="FFFFFF"/>
                </a:solidFill>
                <a:effectLst/>
                <a:uFillTx/>
                <a:latin typeface="Arial"/>
                <a:ea typeface="Arial"/>
              </a:rPr>
              <a:t>15</a:t>
            </a:fld>
            <a:endParaRPr lang="en-GB" sz="600" b="0" u="none" strike="noStrike">
              <a:solidFill>
                <a:srgbClr val="FFFFFF"/>
              </a:solidFill>
              <a:effectLst/>
              <a:uFillTx/>
              <a:latin typeface="Times New Roman"/>
            </a:endParaRPr>
          </a:p>
        </p:txBody>
      </p:sp>
      <p:sp>
        <p:nvSpPr>
          <p:cNvPr id="378" name="PlaceHolder 3"/>
          <p:cNvSpPr>
            <a:spLocks noGrp="1"/>
          </p:cNvSpPr>
          <p:nvPr>
            <p:ph type="subTitle"/>
          </p:nvPr>
        </p:nvSpPr>
        <p:spPr>
          <a:xfrm>
            <a:off x="365760" y="4023360"/>
            <a:ext cx="4203360" cy="27144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600" b="1" u="none" strike="noStrike">
                <a:solidFill>
                  <a:srgbClr val="FFFFFF"/>
                </a:solidFill>
                <a:effectLst/>
                <a:uFillTx/>
                <a:latin typeface="Arial"/>
                <a:ea typeface="Arial"/>
              </a:rPr>
              <a:t>Name  |  Title</a:t>
            </a:r>
            <a:br>
              <a:rPr sz="1600"/>
            </a:br>
            <a:r>
              <a:rPr lang="en" sz="1600" b="0" u="none" strike="noStrike">
                <a:solidFill>
                  <a:srgbClr val="FFFFFF"/>
                </a:solidFill>
                <a:effectLst/>
                <a:uFillTx/>
                <a:latin typeface="Arial"/>
                <a:ea typeface="Arial"/>
              </a:rPr>
              <a:t>Company Name</a:t>
            </a:r>
            <a:endParaRPr lang="en-GB" sz="1600" b="0" u="none" strike="noStrike">
              <a:solidFill>
                <a:srgbClr val="FFFFFF"/>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p:cNvSpPr>
          <p:nvPr>
            <p:ph/>
          </p:nvPr>
        </p:nvSpPr>
        <p:spPr>
          <a:xfrm>
            <a:off x="365760" y="1332000"/>
            <a:ext cx="6073560" cy="2594160"/>
          </a:xfrm>
          <a:prstGeom prst="rect">
            <a:avLst/>
          </a:prstGeom>
          <a:noFill/>
          <a:ln w="0">
            <a:noFill/>
          </a:ln>
        </p:spPr>
        <p:txBody>
          <a:bodyPr lIns="91440" tIns="45720" rIns="91440" bIns="45720" anchor="ctr">
            <a:normAutofit/>
          </a:bodyPr>
          <a:lstStyle/>
          <a:p>
            <a:pPr indent="0">
              <a:lnSpc>
                <a:spcPct val="100000"/>
              </a:lnSpc>
              <a:spcAft>
                <a:spcPts val="1001"/>
              </a:spcAft>
              <a:buNone/>
              <a:tabLst>
                <a:tab pos="0" algn="l"/>
              </a:tabLst>
            </a:pPr>
            <a:r>
              <a:rPr lang="en" b="1" u="none" strike="noStrike" dirty="0">
                <a:solidFill>
                  <a:schemeClr val="lt1"/>
                </a:solidFill>
                <a:effectLst/>
                <a:uFillTx/>
                <a:latin typeface="Arial"/>
                <a:ea typeface="Arial"/>
              </a:rPr>
              <a:t>Quotation lorem ipsum dolor sit </a:t>
            </a:r>
            <a:r>
              <a:rPr lang="en" b="1" u="none" strike="noStrike" dirty="0" err="1">
                <a:solidFill>
                  <a:schemeClr val="lt1"/>
                </a:solidFill>
                <a:effectLst/>
                <a:uFillTx/>
                <a:latin typeface="Arial"/>
                <a:ea typeface="Arial"/>
              </a:rPr>
              <a:t>amet</a:t>
            </a:r>
            <a:r>
              <a:rPr lang="en" b="1" u="none" strike="noStrike" dirty="0">
                <a:solidFill>
                  <a:schemeClr val="lt1"/>
                </a:solidFill>
                <a:effectLst/>
                <a:uFillTx/>
                <a:latin typeface="Arial"/>
                <a:ea typeface="Arial"/>
              </a:rPr>
              <a:t>, </a:t>
            </a:r>
            <a:r>
              <a:rPr lang="en" b="1" u="none" strike="noStrike" dirty="0" err="1">
                <a:solidFill>
                  <a:schemeClr val="lt1"/>
                </a:solidFill>
                <a:effectLst/>
                <a:uFillTx/>
                <a:latin typeface="Arial"/>
                <a:ea typeface="Arial"/>
              </a:rPr>
              <a:t>elit</a:t>
            </a:r>
            <a:r>
              <a:rPr lang="en" b="1" u="none" strike="noStrike" dirty="0">
                <a:solidFill>
                  <a:schemeClr val="lt1"/>
                </a:solidFill>
                <a:effectLst/>
                <a:uFillTx/>
                <a:latin typeface="Arial"/>
                <a:ea typeface="Arial"/>
              </a:rPr>
              <a:t> </a:t>
            </a:r>
            <a:r>
              <a:rPr lang="en" b="1" u="none" strike="noStrike" dirty="0" err="1">
                <a:solidFill>
                  <a:schemeClr val="lt1"/>
                </a:solidFill>
                <a:effectLst/>
                <a:uFillTx/>
                <a:latin typeface="Arial"/>
                <a:ea typeface="Arial"/>
              </a:rPr>
              <a:t>consectetur</a:t>
            </a:r>
            <a:r>
              <a:rPr lang="en" b="1" u="none" strike="noStrike" dirty="0">
                <a:solidFill>
                  <a:schemeClr val="lt1"/>
                </a:solidFill>
                <a:effectLst/>
                <a:uFillTx/>
                <a:latin typeface="Arial"/>
                <a:ea typeface="Arial"/>
              </a:rPr>
              <a:t> </a:t>
            </a:r>
            <a:r>
              <a:rPr lang="en" b="1" u="none" strike="noStrike" dirty="0" err="1">
                <a:solidFill>
                  <a:schemeClr val="lt1"/>
                </a:solidFill>
                <a:effectLst/>
                <a:uFillTx/>
                <a:latin typeface="Arial"/>
                <a:ea typeface="Arial"/>
              </a:rPr>
              <a:t>adipiscing</a:t>
            </a:r>
            <a:r>
              <a:rPr lang="en" b="1" u="none" strike="noStrike" dirty="0">
                <a:solidFill>
                  <a:schemeClr val="lt1"/>
                </a:solidFill>
                <a:effectLst/>
                <a:uFillTx/>
                <a:latin typeface="Arial"/>
                <a:ea typeface="Arial"/>
              </a:rPr>
              <a:t>.</a:t>
            </a:r>
            <a:endParaRPr lang="en-GB" b="0" u="none" strike="noStrike" dirty="0">
              <a:solidFill>
                <a:srgbClr val="FFFFFF"/>
              </a:solidFill>
              <a:effectLst/>
              <a:uFillTx/>
              <a:latin typeface="Arial"/>
            </a:endParaRPr>
          </a:p>
        </p:txBody>
      </p:sp>
      <p:sp>
        <p:nvSpPr>
          <p:cNvPr id="380" name="PlaceHolder 2"/>
          <p:cNvSpPr>
            <a:spLocks noGrp="1"/>
          </p:cNvSpPr>
          <p:nvPr>
            <p:ph type="sldNum" idx="3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4EB180-0040-4381-B0D6-A4C9BC2FA15F}" type="slidenum">
              <a:rPr lang="en" sz="600" b="0" u="none" strike="noStrike">
                <a:solidFill>
                  <a:srgbClr val="FFFFFF"/>
                </a:solidFill>
                <a:effectLst/>
                <a:uFillTx/>
                <a:latin typeface="Arial"/>
                <a:ea typeface="Arial"/>
              </a:rPr>
              <a:t>16</a:t>
            </a:fld>
            <a:endParaRPr lang="en-GB" sz="600" b="0" u="none" strike="noStrike">
              <a:solidFill>
                <a:srgbClr val="FFFFFF"/>
              </a:solidFill>
              <a:effectLst/>
              <a:uFillTx/>
              <a:latin typeface="Times New Roman"/>
            </a:endParaRPr>
          </a:p>
        </p:txBody>
      </p:sp>
      <p:sp>
        <p:nvSpPr>
          <p:cNvPr id="381" name="PlaceHolder 3"/>
          <p:cNvSpPr>
            <a:spLocks noGrp="1"/>
          </p:cNvSpPr>
          <p:nvPr>
            <p:ph type="subTitle"/>
          </p:nvPr>
        </p:nvSpPr>
        <p:spPr>
          <a:xfrm>
            <a:off x="3017520" y="3999960"/>
            <a:ext cx="4203360" cy="683640"/>
          </a:xfrm>
          <a:prstGeom prst="rect">
            <a:avLst/>
          </a:prstGeom>
          <a:noFill/>
          <a:ln w="0">
            <a:noFill/>
          </a:ln>
        </p:spPr>
        <p:txBody>
          <a:bodyPr lIns="91440" tIns="91440" rIns="91440" bIns="91440" anchor="b">
            <a:noAutofit/>
          </a:bodyPr>
          <a:lstStyle/>
          <a:p>
            <a:pPr indent="0" algn="r">
              <a:lnSpc>
                <a:spcPct val="115000"/>
              </a:lnSpc>
              <a:spcAft>
                <a:spcPts val="1001"/>
              </a:spcAft>
              <a:buNone/>
              <a:tabLst>
                <a:tab pos="0" algn="l"/>
              </a:tabLst>
            </a:pPr>
            <a:r>
              <a:rPr lang="en" sz="1600" b="1" u="none" strike="noStrike">
                <a:solidFill>
                  <a:srgbClr val="FFFFFF"/>
                </a:solidFill>
                <a:effectLst/>
                <a:uFillTx/>
                <a:latin typeface="Arial"/>
                <a:ea typeface="Arial"/>
              </a:rPr>
              <a:t>Name  |  Title</a:t>
            </a:r>
            <a:br>
              <a:rPr sz="1600"/>
            </a:br>
            <a:r>
              <a:rPr lang="en" sz="1600" b="0" u="none" strike="noStrike">
                <a:solidFill>
                  <a:srgbClr val="FFFFFF"/>
                </a:solidFill>
                <a:effectLst/>
                <a:uFillTx/>
                <a:latin typeface="Arial"/>
                <a:ea typeface="Arial"/>
              </a:rPr>
              <a:t>Company Name</a:t>
            </a:r>
            <a:endParaRPr lang="en-GB" sz="1600" b="0" u="none" strike="noStrike">
              <a:solidFill>
                <a:srgbClr val="FFFFFF"/>
              </a:solidFill>
              <a:effectLst/>
              <a:uFillTx/>
              <a:latin typeface="Arial"/>
            </a:endParaRPr>
          </a:p>
        </p:txBody>
      </p:sp>
      <p:sp>
        <p:nvSpPr>
          <p:cNvPr id="382" name="Google Shape;783;p73"/>
          <p:cNvSpPr/>
          <p:nvPr/>
        </p:nvSpPr>
        <p:spPr>
          <a:xfrm>
            <a:off x="7341840" y="3349440"/>
            <a:ext cx="1277280" cy="1277280"/>
          </a:xfrm>
          <a:prstGeom prst="ellipse">
            <a:avLst/>
          </a:prstGeom>
          <a:blipFill rotWithShape="0">
            <a:blip r:embed="rId2"/>
            <a:srcRect/>
            <a:stretch/>
          </a:blipFill>
          <a:ln w="38100">
            <a:solidFill>
              <a:srgbClr val="29B5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p:nvPr>
        </p:nvSpPr>
        <p:spPr>
          <a:xfrm>
            <a:off x="365760" y="1332000"/>
            <a:ext cx="7481520" cy="2594160"/>
          </a:xfrm>
          <a:prstGeom prst="rect">
            <a:avLst/>
          </a:prstGeom>
          <a:noFill/>
          <a:ln w="0">
            <a:noFill/>
          </a:ln>
        </p:spPr>
        <p:txBody>
          <a:bodyPr lIns="91440" tIns="45720" rIns="91440" bIns="45720" anchor="ctr">
            <a:normAutofit/>
          </a:bodyPr>
          <a:lstStyle/>
          <a:p>
            <a:pPr indent="0">
              <a:lnSpc>
                <a:spcPct val="100000"/>
              </a:lnSpc>
              <a:spcAft>
                <a:spcPts val="1001"/>
              </a:spcAft>
              <a:buNone/>
              <a:tabLst>
                <a:tab pos="0" algn="l"/>
              </a:tabLst>
            </a:pPr>
            <a:r>
              <a:rPr lang="en" sz="4000" b="1" u="none" strike="noStrike" dirty="0">
                <a:solidFill>
                  <a:schemeClr val="dk1"/>
                </a:solidFill>
                <a:effectLst/>
                <a:uFillTx/>
                <a:latin typeface="Arial"/>
                <a:ea typeface="Arial"/>
              </a:rPr>
              <a:t>The wisdom of the wise, and the experience of ages, may be preserved by quotation.</a:t>
            </a:r>
            <a:endParaRPr lang="en-GB" sz="4000" b="0" u="none" strike="noStrike" dirty="0">
              <a:solidFill>
                <a:srgbClr val="000000"/>
              </a:solidFill>
              <a:effectLst/>
              <a:uFillTx/>
              <a:latin typeface="Arial"/>
            </a:endParaRPr>
          </a:p>
        </p:txBody>
      </p:sp>
      <p:sp>
        <p:nvSpPr>
          <p:cNvPr id="384" name="PlaceHolder 2"/>
          <p:cNvSpPr>
            <a:spLocks noGrp="1"/>
          </p:cNvSpPr>
          <p:nvPr>
            <p:ph type="subTitle"/>
          </p:nvPr>
        </p:nvSpPr>
        <p:spPr>
          <a:xfrm>
            <a:off x="365760" y="4023360"/>
            <a:ext cx="4203360" cy="27144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600" b="1" u="none" strike="noStrike">
                <a:solidFill>
                  <a:srgbClr val="5B5B5B"/>
                </a:solidFill>
                <a:effectLst/>
                <a:uFillTx/>
                <a:latin typeface="Arial"/>
                <a:ea typeface="Arial"/>
              </a:rPr>
              <a:t>Name  |  Title</a:t>
            </a:r>
            <a:br>
              <a:rPr sz="1600"/>
            </a:br>
            <a:r>
              <a:rPr lang="en" sz="1600" b="0" u="none" strike="noStrike">
                <a:solidFill>
                  <a:srgbClr val="5B5B5B"/>
                </a:solidFill>
                <a:effectLst/>
                <a:uFillTx/>
                <a:latin typeface="Arial"/>
                <a:ea typeface="Arial"/>
              </a:rPr>
              <a:t>Company Name</a:t>
            </a:r>
            <a:endParaRPr lang="en-GB" sz="1600" b="0" u="none" strike="noStrike">
              <a:solidFill>
                <a:srgbClr val="000000"/>
              </a:solidFill>
              <a:effectLst/>
              <a:uFillTx/>
              <a:latin typeface="Arial"/>
            </a:endParaRPr>
          </a:p>
        </p:txBody>
      </p:sp>
      <p:sp>
        <p:nvSpPr>
          <p:cNvPr id="385" name="PlaceHolder 3"/>
          <p:cNvSpPr>
            <a:spLocks noGrp="1"/>
          </p:cNvSpPr>
          <p:nvPr>
            <p:ph type="sldNum" idx="36"/>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C7B9E9A4-03CE-4EC3-A4B8-BC5991EB922B}" type="slidenum">
              <a:rPr lang="en" sz="600" b="0" u="none" strike="noStrike">
                <a:solidFill>
                  <a:srgbClr val="929292"/>
                </a:solidFill>
                <a:effectLst/>
                <a:uFillTx/>
                <a:latin typeface="Arial"/>
                <a:ea typeface="Arial"/>
              </a:rPr>
              <a:t>17</a:t>
            </a:fld>
            <a:endParaRPr lang="en-GB" sz="60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Table Example 1</a:t>
            </a:r>
            <a:endParaRPr lang="en-GB" sz="2600" b="0" u="none" strike="noStrike">
              <a:solidFill>
                <a:srgbClr val="000000"/>
              </a:solidFill>
              <a:effectLst/>
              <a:uFillTx/>
              <a:latin typeface="Arial"/>
            </a:endParaRPr>
          </a:p>
        </p:txBody>
      </p:sp>
      <p:graphicFrame>
        <p:nvGraphicFramePr>
          <p:cNvPr id="401" name="Google Shape;1858;p86"/>
          <p:cNvGraphicFramePr/>
          <p:nvPr/>
        </p:nvGraphicFramePr>
        <p:xfrm>
          <a:off x="457200" y="1003680"/>
          <a:ext cx="8228880" cy="3336480"/>
        </p:xfrm>
        <a:graphic>
          <a:graphicData uri="http://schemas.openxmlformats.org/drawingml/2006/table">
            <a:tbl>
              <a:tblPr/>
              <a:tblGrid>
                <a:gridCol w="1076760">
                  <a:extLst>
                    <a:ext uri="{9D8B030D-6E8A-4147-A177-3AD203B41FA5}">
                      <a16:colId xmlns:a16="http://schemas.microsoft.com/office/drawing/2014/main" val="20000"/>
                    </a:ext>
                  </a:extLst>
                </a:gridCol>
                <a:gridCol w="1312200">
                  <a:extLst>
                    <a:ext uri="{9D8B030D-6E8A-4147-A177-3AD203B41FA5}">
                      <a16:colId xmlns:a16="http://schemas.microsoft.com/office/drawing/2014/main" val="20001"/>
                    </a:ext>
                  </a:extLst>
                </a:gridCol>
                <a:gridCol w="1421640">
                  <a:extLst>
                    <a:ext uri="{9D8B030D-6E8A-4147-A177-3AD203B41FA5}">
                      <a16:colId xmlns:a16="http://schemas.microsoft.com/office/drawing/2014/main" val="20002"/>
                    </a:ext>
                  </a:extLst>
                </a:gridCol>
                <a:gridCol w="1433880">
                  <a:extLst>
                    <a:ext uri="{9D8B030D-6E8A-4147-A177-3AD203B41FA5}">
                      <a16:colId xmlns:a16="http://schemas.microsoft.com/office/drawing/2014/main" val="20003"/>
                    </a:ext>
                  </a:extLst>
                </a:gridCol>
                <a:gridCol w="1397160">
                  <a:extLst>
                    <a:ext uri="{9D8B030D-6E8A-4147-A177-3AD203B41FA5}">
                      <a16:colId xmlns:a16="http://schemas.microsoft.com/office/drawing/2014/main" val="20004"/>
                    </a:ext>
                  </a:extLst>
                </a:gridCol>
                <a:gridCol w="1587240">
                  <a:extLst>
                    <a:ext uri="{9D8B030D-6E8A-4147-A177-3AD203B41FA5}">
                      <a16:colId xmlns:a16="http://schemas.microsoft.com/office/drawing/2014/main" val="20005"/>
                    </a:ext>
                  </a:extLst>
                </a:gridCol>
              </a:tblGrid>
              <a:tr h="476640">
                <a:tc>
                  <a:txBody>
                    <a:bodyPr/>
                    <a:lstStyle/>
                    <a:p>
                      <a:pPr>
                        <a:lnSpc>
                          <a:spcPct val="100000"/>
                        </a:lnSpc>
                      </a:pPr>
                      <a:endParaRPr lang="en-GB" sz="18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0"/>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2"/>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3"/>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4"/>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5"/>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402" name="PlaceHolder 2"/>
          <p:cNvSpPr>
            <a:spLocks noGrp="1"/>
          </p:cNvSpPr>
          <p:nvPr>
            <p:ph type="sldNum" idx="38"/>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18D8346-3616-402D-BD19-3772C33EBC57}" type="slidenum">
              <a:rPr lang="en" sz="600" b="0" u="none" strike="noStrike">
                <a:solidFill>
                  <a:srgbClr val="929292"/>
                </a:solidFill>
                <a:effectLst/>
                <a:uFillTx/>
                <a:latin typeface="Arial"/>
                <a:ea typeface="Arial"/>
              </a:rPr>
              <a:t>18</a:t>
            </a:fld>
            <a:endParaRPr lang="en-GB" sz="600" b="0" u="none" strike="noStrike">
              <a:solidFill>
                <a:srgbClr val="000000"/>
              </a:solidFill>
              <a:effectLst/>
              <a:uFillTx/>
              <a:latin typeface="Times New Roman"/>
            </a:endParaRPr>
          </a:p>
        </p:txBody>
      </p:sp>
      <p:sp>
        <p:nvSpPr>
          <p:cNvPr id="403"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Table Example 2</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128400"/>
        </p:xfrm>
        <a:graphic>
          <a:graphicData uri="http://schemas.openxmlformats.org/drawingml/2006/table">
            <a:tbl>
              <a:tblPr/>
              <a:tblGrid>
                <a:gridCol w="1644840">
                  <a:extLst>
                    <a:ext uri="{9D8B030D-6E8A-4147-A177-3AD203B41FA5}">
                      <a16:colId xmlns:a16="http://schemas.microsoft.com/office/drawing/2014/main" val="20000"/>
                    </a:ext>
                  </a:extLst>
                </a:gridCol>
                <a:gridCol w="1644840">
                  <a:extLst>
                    <a:ext uri="{9D8B030D-6E8A-4147-A177-3AD203B41FA5}">
                      <a16:colId xmlns:a16="http://schemas.microsoft.com/office/drawing/2014/main" val="20001"/>
                    </a:ext>
                  </a:extLst>
                </a:gridCol>
                <a:gridCol w="1644840">
                  <a:extLst>
                    <a:ext uri="{9D8B030D-6E8A-4147-A177-3AD203B41FA5}">
                      <a16:colId xmlns:a16="http://schemas.microsoft.com/office/drawing/2014/main" val="20002"/>
                    </a:ext>
                  </a:extLst>
                </a:gridCol>
                <a:gridCol w="1644840">
                  <a:extLst>
                    <a:ext uri="{9D8B030D-6E8A-4147-A177-3AD203B41FA5}">
                      <a16:colId xmlns:a16="http://schemas.microsoft.com/office/drawing/2014/main" val="20003"/>
                    </a:ext>
                  </a:extLst>
                </a:gridCol>
                <a:gridCol w="1644840">
                  <a:extLst>
                    <a:ext uri="{9D8B030D-6E8A-4147-A177-3AD203B41FA5}">
                      <a16:colId xmlns:a16="http://schemas.microsoft.com/office/drawing/2014/main" val="20004"/>
                    </a:ext>
                  </a:extLst>
                </a:gridCol>
              </a:tblGrid>
              <a:tr h="312840">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12840">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extLst>
                  <a:ext uri="{0D108BD9-81ED-4DB2-BD59-A6C34878D82A}">
                    <a16:rowId xmlns:a16="http://schemas.microsoft.com/office/drawing/2014/main" val="10001"/>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2"/>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3"/>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4"/>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5"/>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6"/>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7"/>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8"/>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19</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pic>
        <p:nvPicPr>
          <p:cNvPr id="817" name="Google Shape;817;p77"/>
          <p:cNvPicPr preferRelativeResize="0"/>
          <p:nvPr/>
        </p:nvPicPr>
        <p:blipFill rotWithShape="1">
          <a:blip r:embed="rId3">
            <a:alphaModFix/>
          </a:blip>
          <a:srcRect l="16126" r="16119"/>
          <a:stretch/>
        </p:blipFill>
        <p:spPr>
          <a:xfrm>
            <a:off x="505556" y="1843777"/>
            <a:ext cx="1463100" cy="1463100"/>
          </a:xfrm>
          <a:prstGeom prst="ellipse">
            <a:avLst/>
          </a:prstGeom>
          <a:noFill/>
          <a:ln w="38100" cap="flat" cmpd="sng">
            <a:solidFill>
              <a:srgbClr val="29B5E8"/>
            </a:solidFill>
            <a:prstDash val="solid"/>
            <a:round/>
            <a:headEnd type="none" w="sm" len="sm"/>
            <a:tailEnd type="none" w="sm" len="sm"/>
          </a:ln>
        </p:spPr>
      </p:pic>
      <p:pic>
        <p:nvPicPr>
          <p:cNvPr id="818" name="Google Shape;818;p77"/>
          <p:cNvPicPr preferRelativeResize="0"/>
          <p:nvPr/>
        </p:nvPicPr>
        <p:blipFill rotWithShape="1">
          <a:blip r:embed="rId4">
            <a:alphaModFix/>
          </a:blip>
          <a:srcRect l="24235" t="3434" r="16569" b="9200"/>
          <a:stretch/>
        </p:blipFill>
        <p:spPr>
          <a:xfrm>
            <a:off x="2729101" y="1843777"/>
            <a:ext cx="1463100" cy="1463100"/>
          </a:xfrm>
          <a:prstGeom prst="ellipse">
            <a:avLst/>
          </a:prstGeom>
          <a:noFill/>
          <a:ln w="38100" cap="flat" cmpd="sng">
            <a:solidFill>
              <a:srgbClr val="29B5E8"/>
            </a:solidFill>
            <a:prstDash val="solid"/>
            <a:round/>
            <a:headEnd type="none" w="sm" len="sm"/>
            <a:tailEnd type="none" w="sm" len="sm"/>
          </a:ln>
        </p:spPr>
      </p:pic>
      <p:pic>
        <p:nvPicPr>
          <p:cNvPr id="819" name="Google Shape;819;p77"/>
          <p:cNvPicPr preferRelativeResize="0"/>
          <p:nvPr/>
        </p:nvPicPr>
        <p:blipFill rotWithShape="1">
          <a:blip r:embed="rId5">
            <a:alphaModFix/>
          </a:blip>
          <a:srcRect l="22740" t="706" r="18937" b="13221"/>
          <a:stretch/>
        </p:blipFill>
        <p:spPr>
          <a:xfrm>
            <a:off x="4952647" y="1843777"/>
            <a:ext cx="1463100" cy="1463100"/>
          </a:xfrm>
          <a:prstGeom prst="ellipse">
            <a:avLst/>
          </a:prstGeom>
          <a:noFill/>
          <a:ln w="38100" cap="flat" cmpd="sng">
            <a:solidFill>
              <a:srgbClr val="29B5E8"/>
            </a:solidFill>
            <a:prstDash val="solid"/>
            <a:round/>
            <a:headEnd type="none" w="sm" len="sm"/>
            <a:tailEnd type="none" w="sm" len="sm"/>
          </a:ln>
        </p:spPr>
      </p:pic>
      <p:pic>
        <p:nvPicPr>
          <p:cNvPr id="820" name="Google Shape;820;p77"/>
          <p:cNvPicPr preferRelativeResize="0"/>
          <p:nvPr/>
        </p:nvPicPr>
        <p:blipFill rotWithShape="1">
          <a:blip r:embed="rId6">
            <a:alphaModFix/>
          </a:blip>
          <a:srcRect l="19034" t="1904" r="19823" b="7851"/>
          <a:stretch/>
        </p:blipFill>
        <p:spPr>
          <a:xfrm>
            <a:off x="7176192" y="1843777"/>
            <a:ext cx="1463100" cy="1463100"/>
          </a:xfrm>
          <a:prstGeom prst="ellipse">
            <a:avLst/>
          </a:prstGeom>
          <a:noFill/>
          <a:ln w="38100" cap="flat" cmpd="sng">
            <a:solidFill>
              <a:srgbClr val="29B5E8"/>
            </a:solidFill>
            <a:prstDash val="solid"/>
            <a:round/>
            <a:headEnd type="none" w="sm" len="sm"/>
            <a:tailEnd type="none" w="sm" len="sm"/>
          </a:ln>
        </p:spPr>
      </p:pic>
      <p:sp>
        <p:nvSpPr>
          <p:cNvPr id="821" name="Google Shape;821;p77"/>
          <p:cNvSpPr txBox="1"/>
          <p:nvPr/>
        </p:nvSpPr>
        <p:spPr>
          <a:xfrm>
            <a:off x="365750"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22" name="Google Shape;822;p77"/>
          <p:cNvSpPr txBox="1"/>
          <p:nvPr/>
        </p:nvSpPr>
        <p:spPr>
          <a:xfrm>
            <a:off x="365750" y="3607305"/>
            <a:ext cx="1602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rPr>
              <a:t>Title</a:t>
            </a:r>
            <a:endParaRPr sz="1100">
              <a:solidFill>
                <a:srgbClr val="FFFFFF"/>
              </a:solidFill>
            </a:endParaRPr>
          </a:p>
          <a:p>
            <a:pPr marL="0" lvl="0" indent="0" algn="ctr" rtl="0">
              <a:spcBef>
                <a:spcPts val="0"/>
              </a:spcBef>
              <a:spcAft>
                <a:spcPts val="0"/>
              </a:spcAft>
              <a:buNone/>
            </a:pPr>
            <a:r>
              <a:rPr lang="en" sz="1100">
                <a:solidFill>
                  <a:srgbClr val="FFFFFF"/>
                </a:solidFill>
              </a:rPr>
              <a:t>Company</a:t>
            </a:r>
            <a:endParaRPr sz="1100">
              <a:solidFill>
                <a:srgbClr val="FFFFFF"/>
              </a:solidFill>
            </a:endParaRPr>
          </a:p>
        </p:txBody>
      </p:sp>
      <p:sp>
        <p:nvSpPr>
          <p:cNvPr id="823" name="Google Shape;823;p77"/>
          <p:cNvSpPr txBox="1"/>
          <p:nvPr/>
        </p:nvSpPr>
        <p:spPr>
          <a:xfrm>
            <a:off x="2676415"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24" name="Google Shape;824;p77"/>
          <p:cNvSpPr txBox="1"/>
          <p:nvPr/>
        </p:nvSpPr>
        <p:spPr>
          <a:xfrm>
            <a:off x="2676415" y="3607305"/>
            <a:ext cx="1602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rPr>
              <a:t>Title</a:t>
            </a:r>
            <a:endParaRPr sz="1100">
              <a:solidFill>
                <a:srgbClr val="FFFFFF"/>
              </a:solidFill>
            </a:endParaRPr>
          </a:p>
          <a:p>
            <a:pPr marL="0" lvl="0" indent="0" algn="ctr" rtl="0">
              <a:spcBef>
                <a:spcPts val="0"/>
              </a:spcBef>
              <a:spcAft>
                <a:spcPts val="0"/>
              </a:spcAft>
              <a:buNone/>
            </a:pPr>
            <a:r>
              <a:rPr lang="en" sz="1100">
                <a:solidFill>
                  <a:srgbClr val="FFFFFF"/>
                </a:solidFill>
              </a:rPr>
              <a:t>Company</a:t>
            </a:r>
            <a:endParaRPr sz="1100">
              <a:solidFill>
                <a:srgbClr val="FFFFFF"/>
              </a:solidFill>
            </a:endParaRPr>
          </a:p>
        </p:txBody>
      </p:sp>
      <p:sp>
        <p:nvSpPr>
          <p:cNvPr id="825" name="Google Shape;825;p77"/>
          <p:cNvSpPr txBox="1"/>
          <p:nvPr/>
        </p:nvSpPr>
        <p:spPr>
          <a:xfrm>
            <a:off x="4888155"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26" name="Google Shape;826;p77"/>
          <p:cNvSpPr txBox="1"/>
          <p:nvPr/>
        </p:nvSpPr>
        <p:spPr>
          <a:xfrm>
            <a:off x="4888155" y="3607305"/>
            <a:ext cx="1602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rPr>
              <a:t>Title</a:t>
            </a:r>
            <a:endParaRPr sz="1100">
              <a:solidFill>
                <a:srgbClr val="FFFFFF"/>
              </a:solidFill>
            </a:endParaRPr>
          </a:p>
          <a:p>
            <a:pPr marL="0" lvl="0" indent="0" algn="ctr" rtl="0">
              <a:spcBef>
                <a:spcPts val="0"/>
              </a:spcBef>
              <a:spcAft>
                <a:spcPts val="0"/>
              </a:spcAft>
              <a:buNone/>
            </a:pPr>
            <a:r>
              <a:rPr lang="en" sz="1100">
                <a:solidFill>
                  <a:srgbClr val="FFFFFF"/>
                </a:solidFill>
              </a:rPr>
              <a:t>Company</a:t>
            </a:r>
            <a:endParaRPr sz="1100">
              <a:solidFill>
                <a:srgbClr val="FFFFFF"/>
              </a:solidFill>
            </a:endParaRPr>
          </a:p>
        </p:txBody>
      </p:sp>
      <p:sp>
        <p:nvSpPr>
          <p:cNvPr id="827" name="Google Shape;827;p77"/>
          <p:cNvSpPr txBox="1"/>
          <p:nvPr/>
        </p:nvSpPr>
        <p:spPr>
          <a:xfrm>
            <a:off x="7135214"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28" name="Google Shape;828;p77"/>
          <p:cNvSpPr txBox="1"/>
          <p:nvPr/>
        </p:nvSpPr>
        <p:spPr>
          <a:xfrm>
            <a:off x="7135214" y="3607305"/>
            <a:ext cx="1602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rPr>
              <a:t>Title</a:t>
            </a:r>
            <a:endParaRPr sz="1100">
              <a:solidFill>
                <a:srgbClr val="FFFFFF"/>
              </a:solidFill>
            </a:endParaRPr>
          </a:p>
          <a:p>
            <a:pPr marL="0" lvl="0" indent="0" algn="ctr" rtl="0">
              <a:spcBef>
                <a:spcPts val="0"/>
              </a:spcBef>
              <a:spcAft>
                <a:spcPts val="0"/>
              </a:spcAft>
              <a:buNone/>
            </a:pPr>
            <a:r>
              <a:rPr lang="en" sz="1100">
                <a:solidFill>
                  <a:srgbClr val="FFFFFF"/>
                </a:solidFill>
              </a:rPr>
              <a:t>Company</a:t>
            </a:r>
            <a:endParaRPr sz="1100">
              <a:solidFill>
                <a:srgbClr val="FFFFFF"/>
              </a:solidFill>
            </a:endParaRPr>
          </a:p>
        </p:txBody>
      </p:sp>
      <p:sp>
        <p:nvSpPr>
          <p:cNvPr id="829" name="Google Shape;829;p77"/>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20</a:t>
            </a:fld>
            <a:endParaRPr/>
          </a:p>
        </p:txBody>
      </p:sp>
      <p:sp>
        <p:nvSpPr>
          <p:cNvPr id="4" name="PlaceHolder 1">
            <a:extLst>
              <a:ext uri="{FF2B5EF4-FFF2-40B4-BE49-F238E27FC236}">
                <a16:creationId xmlns:a16="http://schemas.microsoft.com/office/drawing/2014/main" id="{82F8A5F4-2C4F-A9DD-5A98-542F52F8799E}"/>
              </a:ext>
            </a:extLst>
          </p:cNvPr>
          <p:cNvSpPr>
            <a:spLocks noGrp="1"/>
          </p:cNvSpPr>
          <p:nvPr>
            <p:ph type="title"/>
          </p:nvPr>
        </p:nvSpPr>
        <p:spPr>
          <a:xfrm>
            <a:off x="366480" y="274320"/>
            <a:ext cx="8347320" cy="5799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Speaker Headshots</a:t>
            </a:r>
            <a:endParaRPr lang="en-GB" sz="2600" b="0" u="none" strike="noStrike" dirty="0">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EF5D-AD27-DDF5-A70F-FD1352608C27}"/>
            </a:ext>
          </a:extLst>
        </p:cNvPr>
        <p:cNvGrpSpPr/>
        <p:nvPr/>
      </p:nvGrpSpPr>
      <p:grpSpPr>
        <a:xfrm>
          <a:off x="0" y="0"/>
          <a:ext cx="0" cy="0"/>
          <a:chOff x="0" y="0"/>
          <a:chExt cx="0" cy="0"/>
        </a:xfrm>
      </p:grpSpPr>
      <p:sp>
        <p:nvSpPr>
          <p:cNvPr id="311" name="PlaceHolder 1">
            <a:extLst>
              <a:ext uri="{FF2B5EF4-FFF2-40B4-BE49-F238E27FC236}">
                <a16:creationId xmlns:a16="http://schemas.microsoft.com/office/drawing/2014/main" id="{BDED1E7B-98EF-D463-57A8-F6877470E220}"/>
              </a:ext>
            </a:extLst>
          </p:cNvPr>
          <p:cNvSpPr>
            <a:spLocks noGrp="1"/>
          </p:cNvSpPr>
          <p:nvPr>
            <p:ph type="title"/>
          </p:nvPr>
        </p:nvSpPr>
        <p:spPr>
          <a:xfrm>
            <a:off x="365760" y="274320"/>
            <a:ext cx="834552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Two Column Layout w/ Paragraph Titles</a:t>
            </a:r>
            <a:endParaRPr lang="en-GB" sz="2600" b="0" u="none" strike="noStrike">
              <a:solidFill>
                <a:srgbClr val="000000"/>
              </a:solidFill>
              <a:effectLst/>
              <a:uFillTx/>
              <a:latin typeface="Arial"/>
            </a:endParaRPr>
          </a:p>
        </p:txBody>
      </p:sp>
      <p:sp>
        <p:nvSpPr>
          <p:cNvPr id="316" name="PlaceHolder 4">
            <a:extLst>
              <a:ext uri="{FF2B5EF4-FFF2-40B4-BE49-F238E27FC236}">
                <a16:creationId xmlns:a16="http://schemas.microsoft.com/office/drawing/2014/main" id="{FB63828A-596E-E6A3-5C10-6090B3CEC965}"/>
              </a:ext>
            </a:extLst>
          </p:cNvPr>
          <p:cNvSpPr>
            <a:spLocks noGrp="1"/>
          </p:cNvSpPr>
          <p:nvPr>
            <p:ph type="sldNum" idx="27"/>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476B098-57F3-4427-8E19-FA747527D176}" type="slidenum">
              <a:rPr lang="en" sz="600" b="0" u="none" strike="noStrike">
                <a:solidFill>
                  <a:srgbClr val="929292"/>
                </a:solidFill>
                <a:effectLst/>
                <a:uFillTx/>
                <a:latin typeface="Arial"/>
                <a:ea typeface="Arial"/>
              </a:rPr>
              <a:t>21</a:t>
            </a:fld>
            <a:endParaRPr lang="en-GB" sz="600" b="0" u="none" strike="noStrike">
              <a:solidFill>
                <a:srgbClr val="000000"/>
              </a:solidFill>
              <a:effectLst/>
              <a:uFillTx/>
              <a:latin typeface="Times New Roman"/>
            </a:endParaRPr>
          </a:p>
        </p:txBody>
      </p:sp>
      <p:sp>
        <p:nvSpPr>
          <p:cNvPr id="317" name="PlaceHolder 5">
            <a:extLst>
              <a:ext uri="{FF2B5EF4-FFF2-40B4-BE49-F238E27FC236}">
                <a16:creationId xmlns:a16="http://schemas.microsoft.com/office/drawing/2014/main" id="{37E87F58-DD12-A730-BA44-8AA99C12AEF4}"/>
              </a:ext>
            </a:extLst>
          </p:cNvPr>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
        <p:nvSpPr>
          <p:cNvPr id="6" name="PlaceHolder 2">
            <a:extLst>
              <a:ext uri="{FF2B5EF4-FFF2-40B4-BE49-F238E27FC236}">
                <a16:creationId xmlns:a16="http://schemas.microsoft.com/office/drawing/2014/main" id="{912D53F0-96F4-0FF3-102C-FE9532D541AB}"/>
              </a:ext>
            </a:extLst>
          </p:cNvPr>
          <p:cNvSpPr txBox="1">
            <a:spLocks/>
          </p:cNvSpPr>
          <p:nvPr/>
        </p:nvSpPr>
        <p:spPr>
          <a:xfrm>
            <a:off x="365760" y="1371600"/>
            <a:ext cx="4159440" cy="828720"/>
          </a:xfrm>
          <a:prstGeom prst="rect">
            <a:avLst/>
          </a:prstGeom>
          <a:noFill/>
          <a:ln w="0">
            <a:noFill/>
          </a:ln>
        </p:spPr>
        <p:txBody>
          <a:bodyPr lIns="91440" tIns="91440" rIns="91440" bIns="9144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15000"/>
              </a:lnSpc>
              <a:spcAft>
                <a:spcPts val="1001"/>
              </a:spcAft>
              <a:tabLst>
                <a:tab pos="0" algn="l"/>
              </a:tabLst>
            </a:pPr>
            <a:r>
              <a:rPr lang="en" sz="1800">
                <a:solidFill>
                  <a:srgbClr val="5B5B5B"/>
                </a:solidFill>
                <a:latin typeface="Arial"/>
                <a:ea typeface="Arial"/>
              </a:rPr>
              <a:t>Lorem ipsum dolor sit amet, consectur adipiscing elit, sed do eiusmod tempor incididunt ut labore et dolore magna.</a:t>
            </a:r>
            <a:endParaRPr lang="en-GB" sz="1800" dirty="0">
              <a:solidFill>
                <a:srgbClr val="000000"/>
              </a:solidFill>
              <a:latin typeface="Arial"/>
            </a:endParaRPr>
          </a:p>
        </p:txBody>
      </p:sp>
      <p:sp>
        <p:nvSpPr>
          <p:cNvPr id="7" name="PlaceHolder 3">
            <a:extLst>
              <a:ext uri="{FF2B5EF4-FFF2-40B4-BE49-F238E27FC236}">
                <a16:creationId xmlns:a16="http://schemas.microsoft.com/office/drawing/2014/main" id="{0988CCF8-C2BB-2263-84C1-17FFCBCDF2D2}"/>
              </a:ext>
            </a:extLst>
          </p:cNvPr>
          <p:cNvSpPr txBox="1">
            <a:spLocks/>
          </p:cNvSpPr>
          <p:nvPr/>
        </p:nvSpPr>
        <p:spPr>
          <a:xfrm>
            <a:off x="4617720" y="1371600"/>
            <a:ext cx="4159440" cy="828720"/>
          </a:xfrm>
          <a:prstGeom prst="rect">
            <a:avLst/>
          </a:prstGeom>
          <a:noFill/>
          <a:ln w="0">
            <a:noFill/>
          </a:ln>
        </p:spPr>
        <p:txBody>
          <a:bodyPr lIns="91440" tIns="91440" rIns="91440" bIns="9144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15000"/>
              </a:lnSpc>
              <a:spcAft>
                <a:spcPts val="1001"/>
              </a:spcAft>
              <a:tabLst>
                <a:tab pos="0" algn="l"/>
              </a:tabLst>
            </a:pPr>
            <a:r>
              <a:rPr lang="en" sz="1800">
                <a:solidFill>
                  <a:srgbClr val="5B5B5B"/>
                </a:solidFill>
                <a:latin typeface="Arial"/>
                <a:ea typeface="Arial"/>
              </a:rPr>
              <a:t>Lorem ipsum dolor sit amet, consectur adipiscing elit, sed do eiusmod tempor incididunt ut labore et dolore magna.</a:t>
            </a:r>
            <a:endParaRPr lang="en-GB" sz="1800" dirty="0">
              <a:solidFill>
                <a:srgbClr val="000000"/>
              </a:solidFill>
              <a:latin typeface="Arial"/>
            </a:endParaRPr>
          </a:p>
        </p:txBody>
      </p:sp>
    </p:spTree>
    <p:extLst>
      <p:ext uri="{BB962C8B-B14F-4D97-AF65-F5344CB8AC3E}">
        <p14:creationId xmlns:p14="http://schemas.microsoft.com/office/powerpoint/2010/main" val="1044618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08F5D-32DA-F305-0A1F-983B1BF9B868}"/>
            </a:ext>
          </a:extLst>
        </p:cNvPr>
        <p:cNvGrpSpPr/>
        <p:nvPr/>
      </p:nvGrpSpPr>
      <p:grpSpPr>
        <a:xfrm>
          <a:off x="0" y="0"/>
          <a:ext cx="0" cy="0"/>
          <a:chOff x="0" y="0"/>
          <a:chExt cx="0" cy="0"/>
        </a:xfrm>
      </p:grpSpPr>
      <p:sp>
        <p:nvSpPr>
          <p:cNvPr id="409" name="PlaceHolder 1">
            <a:extLst>
              <a:ext uri="{FF2B5EF4-FFF2-40B4-BE49-F238E27FC236}">
                <a16:creationId xmlns:a16="http://schemas.microsoft.com/office/drawing/2014/main" id="{F2E696F2-6FC3-356E-D2CB-162B55966C10}"/>
              </a:ext>
            </a:extLst>
          </p:cNvPr>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SNOWFLAKE</a:t>
            </a:r>
            <a:r>
              <a:rPr lang="en" sz="4400" b="1" u="none" strike="noStrike" dirty="0">
                <a:solidFill>
                  <a:schemeClr val="dk1"/>
                </a:solidFill>
                <a:effectLst/>
                <a:uFillTx/>
                <a:latin typeface="Arial"/>
                <a:ea typeface="Arial"/>
              </a:rPr>
              <a:t> </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TEMPLATE 2026</a:t>
            </a:r>
            <a:endParaRPr lang="en-GB" sz="4400" b="0" u="none" strike="noStrike" dirty="0">
              <a:solidFill>
                <a:srgbClr val="000000"/>
              </a:solidFill>
              <a:effectLst/>
              <a:uFillTx/>
              <a:latin typeface="Arial"/>
            </a:endParaRPr>
          </a:p>
        </p:txBody>
      </p:sp>
      <p:sp>
        <p:nvSpPr>
          <p:cNvPr id="410" name="PlaceHolder 2">
            <a:extLst>
              <a:ext uri="{FF2B5EF4-FFF2-40B4-BE49-F238E27FC236}">
                <a16:creationId xmlns:a16="http://schemas.microsoft.com/office/drawing/2014/main" id="{EF4EF9F0-D839-D882-DFF2-CF17AA5A6E24}"/>
              </a:ext>
            </a:extLst>
          </p:cNvPr>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Layouts, Icons, and Frequently Used Slides</a:t>
            </a:r>
            <a:endParaRPr lang="en-GB" sz="1800" b="0" u="none" strike="noStrike" dirty="0">
              <a:solidFill>
                <a:srgbClr val="000000"/>
              </a:solidFill>
              <a:effectLst/>
              <a:uFillTx/>
              <a:latin typeface="Arial"/>
            </a:endParaRPr>
          </a:p>
        </p:txBody>
      </p:sp>
      <p:sp>
        <p:nvSpPr>
          <p:cNvPr id="411" name="PlaceHolder 3">
            <a:extLst>
              <a:ext uri="{FF2B5EF4-FFF2-40B4-BE49-F238E27FC236}">
                <a16:creationId xmlns:a16="http://schemas.microsoft.com/office/drawing/2014/main" id="{691EE2E9-17DF-F203-0E39-BDDB8C338D55}"/>
              </a:ext>
            </a:extLst>
          </p:cNvPr>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January 2026</a:t>
            </a:r>
            <a:endParaRPr lang="en-GB" sz="1400" b="0" u="none" strike="noStrike" dirty="0">
              <a:solidFill>
                <a:srgbClr val="000000"/>
              </a:solidFill>
              <a:effectLst/>
              <a:uFillTx/>
              <a:latin typeface="Arial"/>
            </a:endParaRPr>
          </a:p>
        </p:txBody>
      </p:sp>
    </p:spTree>
    <p:extLst>
      <p:ext uri="{BB962C8B-B14F-4D97-AF65-F5344CB8AC3E}">
        <p14:creationId xmlns:p14="http://schemas.microsoft.com/office/powerpoint/2010/main" val="2730988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TotalTime>
  <Words>2036</Words>
  <Application>Microsoft Macintosh PowerPoint</Application>
  <PresentationFormat>On-screen Show (16:9)</PresentationFormat>
  <Paragraphs>277</Paragraphs>
  <Slides>23</Slides>
  <Notes>2</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23</vt:i4>
      </vt:variant>
    </vt:vector>
  </HeadingPairs>
  <TitlesOfParts>
    <vt:vector size="36" baseType="lpstr">
      <vt:lpstr>Times New Roman</vt:lpstr>
      <vt:lpstr>Wingdings</vt:lpstr>
      <vt:lpstr>Wingdings 2</vt:lpstr>
      <vt:lpstr>Arial Black</vt:lpstr>
      <vt:lpstr>Arial</vt:lpstr>
      <vt:lpstr>Symbol</vt:lpstr>
      <vt:lpstr>Snowflake 2026.01</vt:lpstr>
      <vt:lpstr>Snowflake 2026.01</vt:lpstr>
      <vt:lpstr>Snowflake 2026.01</vt:lpstr>
      <vt:lpstr>Snowflake 2026.01</vt:lpstr>
      <vt:lpstr>Office Theme</vt:lpstr>
      <vt:lpstr>Office Theme</vt:lpstr>
      <vt:lpstr>Office Theme</vt:lpstr>
      <vt:lpstr>SNOWFLAKE  TEMPLATE 2026</vt:lpstr>
      <vt:lpstr>PowerPoint Presentation</vt:lpstr>
      <vt:lpstr>Safe Harbor and Disclaimers</vt:lpstr>
      <vt:lpstr>PowerPoint Presentation</vt:lpstr>
      <vt:lpstr>Subtitle in Arial Bold, 18pt</vt:lpstr>
      <vt:lpstr>COVER SLIDE  WITH CUSTOMER LOGO</vt:lpstr>
      <vt:lpstr>PowerPoint Presentation</vt:lpstr>
      <vt:lpstr>One Column Layout</vt:lpstr>
      <vt:lpstr>Two Column Layout w/ Paragraph Titles</vt:lpstr>
      <vt:lpstr>Three Column Layout w/ Paragraph Titles</vt:lpstr>
      <vt:lpstr>Three Column Layout w/ Icons</vt:lpstr>
      <vt:lpstr>Four Column Layout w/ Big Numbers</vt:lpstr>
      <vt:lpstr>Four Column Layout w/ Icons</vt:lpstr>
      <vt:lpstr>Split Slide</vt:lpstr>
      <vt:lpstr>PowerPoint Presentation</vt:lpstr>
      <vt:lpstr>PowerPoint Presentation</vt:lpstr>
      <vt:lpstr>PowerPoint Presentation</vt:lpstr>
      <vt:lpstr>Table Example 1</vt:lpstr>
      <vt:lpstr>Table Example 2</vt:lpstr>
      <vt:lpstr>Speaker Headshots</vt:lpstr>
      <vt:lpstr>Two Column Layout w/ Paragraph Titles</vt:lpstr>
      <vt:lpstr>SNOWFLAKE  TEMPLATE 2026</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21</cp:revision>
  <dcterms:modified xsi:type="dcterms:W3CDTF">2026-03-20T11:58:59Z</dcterms:modified>
  <dc:language>en-GB</dc:language>
</cp:coreProperties>
</file>