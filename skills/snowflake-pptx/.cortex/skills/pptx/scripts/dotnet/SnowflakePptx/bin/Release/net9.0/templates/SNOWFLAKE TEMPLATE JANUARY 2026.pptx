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theme/theme3.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2" r:id="rId2"/>
    <p:sldMasterId id="2147483657" r:id="rId3"/>
    <p:sldMasterId id="2147483659" r:id="rId4"/>
  </p:sldMasterIdLst>
  <p:notesMasterIdLst>
    <p:notesMasterId r:id="rId2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x="9144000" cy="5143500" type="screen16x9"/>
  <p:notesSz cx="6858000" cy="9144000"/>
  <p:embeddedFontLst>
    <p:embeddedFont>
      <p:font typeface="Arial Black" panose="020B0604020202020204" pitchFamily="34" charset="0"/>
      <p:bold r:id="rId30"/>
    </p:embeddedFont>
    <p:embeddedFont>
      <p:font typeface="Wingdings 2" pitchFamily="2" charset="2"/>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61" d="100"/>
          <a:sy n="161" d="100"/>
        </p:scale>
        <p:origin x="784"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2.fntdata"/><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1.fntdata"/><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7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en-GB" sz="4400" b="0" u="none" strike="noStrike">
                <a:solidFill>
                  <a:srgbClr val="000000"/>
                </a:solidFill>
                <a:effectLst/>
                <a:uFillTx/>
                <a:latin typeface="Arial"/>
              </a:rPr>
              <a:t>Click to move the slide</a:t>
            </a:r>
          </a:p>
        </p:txBody>
      </p:sp>
      <p:sp>
        <p:nvSpPr>
          <p:cNvPr id="27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GB" sz="2000" b="0" u="none" strike="noStrike">
                <a:solidFill>
                  <a:srgbClr val="000000"/>
                </a:solidFill>
                <a:effectLst/>
                <a:uFillTx/>
                <a:latin typeface="Arial"/>
              </a:rPr>
              <a:t>Click to edit the notes' format</a:t>
            </a:r>
          </a:p>
        </p:txBody>
      </p:sp>
      <p:sp>
        <p:nvSpPr>
          <p:cNvPr id="27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GB" sz="1400" b="0" u="none" strike="noStrike">
                <a:solidFill>
                  <a:srgbClr val="000000"/>
                </a:solidFill>
                <a:effectLst/>
                <a:uFillTx/>
                <a:latin typeface="Times New Roman"/>
              </a:rPr>
              <a:t>&lt;header&gt;</a:t>
            </a:r>
          </a:p>
        </p:txBody>
      </p:sp>
      <p:sp>
        <p:nvSpPr>
          <p:cNvPr id="274" name="PlaceHolder 4"/>
          <p:cNvSpPr>
            <a:spLocks noGrp="1"/>
          </p:cNvSpPr>
          <p:nvPr>
            <p:ph type="dt" idx="19"/>
          </p:nvPr>
        </p:nvSpPr>
        <p:spPr>
          <a:xfrm>
            <a:off x="4278960" y="0"/>
            <a:ext cx="3280680" cy="534240"/>
          </a:xfrm>
          <a:prstGeom prst="rect">
            <a:avLst/>
          </a:prstGeom>
          <a:noFill/>
          <a:ln w="0">
            <a:noFill/>
          </a:ln>
        </p:spPr>
        <p:txBody>
          <a:bodyPr lIns="0" tIns="0" rIns="0" bIns="0" anchor="t">
            <a:noAutofit/>
          </a:bodyPr>
          <a:lstStyle>
            <a:lvl1pPr indent="0" algn="r">
              <a:buNone/>
              <a:defRPr lang="en-GB" sz="1400" b="0" u="none" strike="noStrike">
                <a:solidFill>
                  <a:srgbClr val="000000"/>
                </a:solidFill>
                <a:effectLst/>
                <a:uFillTx/>
                <a:latin typeface="Times New Roman"/>
              </a:defRPr>
            </a:lvl1pPr>
          </a:lstStyle>
          <a:p>
            <a:pPr indent="0" algn="r">
              <a:buNone/>
            </a:pPr>
            <a:r>
              <a:rPr lang="en-GB" sz="1400" b="0" u="none" strike="noStrike">
                <a:solidFill>
                  <a:srgbClr val="000000"/>
                </a:solidFill>
                <a:effectLst/>
                <a:uFillTx/>
                <a:latin typeface="Times New Roman"/>
              </a:rPr>
              <a:t>&lt;date/time&gt;</a:t>
            </a:r>
          </a:p>
        </p:txBody>
      </p:sp>
      <p:sp>
        <p:nvSpPr>
          <p:cNvPr id="275" name="PlaceHolder 5"/>
          <p:cNvSpPr>
            <a:spLocks noGrp="1"/>
          </p:cNvSpPr>
          <p:nvPr>
            <p:ph type="ftr" idx="20"/>
          </p:nvPr>
        </p:nvSpPr>
        <p:spPr>
          <a:xfrm>
            <a:off x="0" y="10157400"/>
            <a:ext cx="3280680" cy="534240"/>
          </a:xfrm>
          <a:prstGeom prst="rect">
            <a:avLst/>
          </a:prstGeom>
          <a:noFill/>
          <a:ln w="0">
            <a:noFill/>
          </a:ln>
        </p:spPr>
        <p:txBody>
          <a:bodyPr lIns="0" tIns="0" rIns="0" bIns="0" anchor="b">
            <a:noAutofit/>
          </a:bodyPr>
          <a:lstStyle>
            <a:lvl1pPr indent="0">
              <a:buNone/>
              <a:defRPr lang="en-GB" sz="1400" b="0" u="none" strike="noStrike">
                <a:solidFill>
                  <a:srgbClr val="000000"/>
                </a:solidFill>
                <a:effectLst/>
                <a:uFillTx/>
                <a:latin typeface="Times New Roman"/>
              </a:defRPr>
            </a:lvl1pPr>
          </a:lstStyle>
          <a:p>
            <a:pPr indent="0">
              <a:buNone/>
            </a:pPr>
            <a:r>
              <a:rPr lang="en-GB" sz="1400" b="0" u="none" strike="noStrike">
                <a:solidFill>
                  <a:srgbClr val="000000"/>
                </a:solidFill>
                <a:effectLst/>
                <a:uFillTx/>
                <a:latin typeface="Times New Roman"/>
              </a:rPr>
              <a:t>&lt;footer&gt;</a:t>
            </a:r>
          </a:p>
        </p:txBody>
      </p:sp>
      <p:sp>
        <p:nvSpPr>
          <p:cNvPr id="276" name="PlaceHolder 6"/>
          <p:cNvSpPr>
            <a:spLocks noGrp="1"/>
          </p:cNvSpPr>
          <p:nvPr>
            <p:ph type="sldNum" idx="21"/>
          </p:nvPr>
        </p:nvSpPr>
        <p:spPr>
          <a:xfrm>
            <a:off x="4278960" y="10157400"/>
            <a:ext cx="3280680" cy="534240"/>
          </a:xfrm>
          <a:prstGeom prst="rect">
            <a:avLst/>
          </a:prstGeom>
          <a:noFill/>
          <a:ln w="0">
            <a:noFill/>
          </a:ln>
        </p:spPr>
        <p:txBody>
          <a:bodyPr lIns="0" tIns="0" rIns="0" bIns="0" anchor="b">
            <a:noAutofit/>
          </a:bodyPr>
          <a:lstStyle>
            <a:lvl1pPr indent="0" algn="r">
              <a:buNone/>
              <a:defRPr lang="en-GB" sz="1400" b="0" u="none" strike="noStrike">
                <a:solidFill>
                  <a:srgbClr val="000000"/>
                </a:solidFill>
                <a:effectLst/>
                <a:uFillTx/>
                <a:latin typeface="Times New Roman"/>
              </a:defRPr>
            </a:lvl1pPr>
          </a:lstStyle>
          <a:p>
            <a:pPr indent="0" algn="r">
              <a:buNone/>
            </a:pPr>
            <a:fld id="{EDB1D114-F711-4E1E-9075-DA1416EA947B}" type="slidenum">
              <a:rPr lang="en-GB" sz="1400" b="0" u="none" strike="noStrike">
                <a:solidFill>
                  <a:srgbClr val="000000"/>
                </a:solidFill>
                <a:effectLst/>
                <a:uFillTx/>
                <a:latin typeface="Times New Roman"/>
              </a:rPr>
              <a:t>‹#›</a:t>
            </a:fld>
            <a:endParaRPr lang="en-GB"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 name="PlaceHolder 1"/>
          <p:cNvSpPr>
            <a:spLocks noGrp="1" noRot="1" noChangeAspect="1"/>
          </p:cNvSpPr>
          <p:nvPr>
            <p:ph type="sldImg"/>
          </p:nvPr>
        </p:nvSpPr>
        <p:spPr>
          <a:xfrm>
            <a:off x="381240" y="685800"/>
            <a:ext cx="6093000" cy="3426120"/>
          </a:xfrm>
          <a:prstGeom prst="rect">
            <a:avLst/>
          </a:prstGeom>
          <a:ln w="0">
            <a:noFill/>
          </a:ln>
        </p:spPr>
      </p:sp>
      <p:sp>
        <p:nvSpPr>
          <p:cNvPr id="417" name="PlaceHolder 2"/>
          <p:cNvSpPr>
            <a:spLocks noGrp="1"/>
          </p:cNvSpPr>
          <p:nvPr>
            <p:ph type="body"/>
          </p:nvPr>
        </p:nvSpPr>
        <p:spPr>
          <a:xfrm>
            <a:off x="685800" y="4343400"/>
            <a:ext cx="5483520" cy="4111920"/>
          </a:xfrm>
          <a:prstGeom prst="rect">
            <a:avLst/>
          </a:prstGeom>
          <a:noFill/>
          <a:ln w="0">
            <a:noFill/>
          </a:ln>
        </p:spPr>
        <p:txBody>
          <a:bodyPr lIns="91440" tIns="91440" rIns="91440" bIns="91440" anchor="t">
            <a:noAutofit/>
          </a:bodyPr>
          <a:lstStyle/>
          <a:p>
            <a:pPr marL="457200" indent="-304920">
              <a:lnSpc>
                <a:spcPct val="100000"/>
              </a:lnSpc>
              <a:spcBef>
                <a:spcPts val="1001"/>
              </a:spcBef>
              <a:buClr>
                <a:srgbClr val="000000"/>
              </a:buClr>
              <a:buFont typeface="Wingdings" charset="2"/>
              <a:buChar char=""/>
            </a:pPr>
            <a:r>
              <a:rPr lang="en" sz="1200" b="0" u="none" strike="noStrike">
                <a:solidFill>
                  <a:srgbClr val="222222"/>
                </a:solidFill>
                <a:effectLst/>
                <a:uFillTx/>
                <a:latin typeface="Arial"/>
              </a:rPr>
              <a:t>If you are planning to share these slides externally (customers, partners, prospects, events, etc.):</a:t>
            </a:r>
            <a:endParaRPr lang="en-GB" sz="1200" b="0" u="none" strike="noStrike">
              <a:solidFill>
                <a:srgbClr val="000000"/>
              </a:solidFill>
              <a:effectLst/>
              <a:uFillTx/>
              <a:latin typeface="Arial"/>
            </a:endParaRPr>
          </a:p>
          <a:p>
            <a:pPr marL="914400" lvl="1" indent="-304920">
              <a:lnSpc>
                <a:spcPct val="100000"/>
              </a:lnSpc>
              <a:spcBef>
                <a:spcPts val="1001"/>
              </a:spcBef>
              <a:buClr>
                <a:srgbClr val="222222"/>
              </a:buClr>
              <a:buFont typeface="Wingdings 2" charset="2"/>
              <a:buChar char=""/>
            </a:pPr>
            <a:r>
              <a:rPr lang="en" sz="1200" b="0" u="none" strike="noStrike">
                <a:solidFill>
                  <a:srgbClr val="222222"/>
                </a:solidFill>
                <a:effectLst/>
                <a:uFillTx/>
                <a:latin typeface="Arial"/>
              </a:rPr>
              <a:t>You must include this Safe Harbor and Disclaimers slide as the first or second slide of your presentation.</a:t>
            </a:r>
            <a:endParaRPr lang="en-GB" sz="1200" b="0" u="none" strike="noStrike">
              <a:solidFill>
                <a:srgbClr val="000000"/>
              </a:solidFill>
              <a:effectLst/>
              <a:uFillTx/>
              <a:latin typeface="Arial"/>
            </a:endParaRPr>
          </a:p>
          <a:p>
            <a:pPr marL="914400" lvl="1" indent="-304920">
              <a:lnSpc>
                <a:spcPct val="100000"/>
              </a:lnSpc>
              <a:spcBef>
                <a:spcPts val="1001"/>
              </a:spcBef>
              <a:buClr>
                <a:srgbClr val="222222"/>
              </a:buClr>
              <a:buFont typeface="Wingdings 2" charset="2"/>
              <a:buChar char=""/>
            </a:pPr>
            <a:r>
              <a:rPr lang="en" sz="1200" b="0" u="none" strike="noStrike">
                <a:solidFill>
                  <a:srgbClr val="222222"/>
                </a:solidFill>
                <a:effectLst/>
                <a:uFillTx/>
                <a:latin typeface="Arial"/>
              </a:rPr>
              <a:t>You must ensure that the “© 2026 Snowflake Inc. All Rights Reserved” footer is at the bottom of each slide.</a:t>
            </a:r>
            <a:endParaRPr lang="en-GB" sz="1200" b="0" u="none" strike="noStrike">
              <a:solidFill>
                <a:srgbClr val="000000"/>
              </a:solidFill>
              <a:effectLst/>
              <a:uFillTx/>
              <a:latin typeface="Arial"/>
            </a:endParaRPr>
          </a:p>
          <a:p>
            <a:pPr marL="914400" lvl="1" indent="-304920">
              <a:lnSpc>
                <a:spcPct val="100000"/>
              </a:lnSpc>
              <a:spcBef>
                <a:spcPts val="1001"/>
              </a:spcBef>
              <a:buClr>
                <a:srgbClr val="222222"/>
              </a:buClr>
              <a:buFont typeface="Wingdings 2" charset="2"/>
              <a:buChar char=""/>
            </a:pPr>
            <a:r>
              <a:rPr lang="en" sz="1200" b="0" u="none" strike="noStrike">
                <a:solidFill>
                  <a:srgbClr val="222222"/>
                </a:solidFill>
                <a:effectLst/>
                <a:uFillTx/>
                <a:latin typeface="Arial"/>
              </a:rPr>
              <a:t>You must ensure that all references to products and features that are not generally available are appropriately tagged as in development, in public preview, or in private preview within the slides.</a:t>
            </a:r>
            <a:endParaRPr lang="en-GB" sz="1200" b="0" u="none" strike="noStrike">
              <a:solidFill>
                <a:srgbClr val="000000"/>
              </a:solidFill>
              <a:effectLst/>
              <a:uFillTx/>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Quote - Violet_1_1_1">
    <p:bg>
      <p:bgPr>
        <a:solidFill>
          <a:schemeClr val="dk2"/>
        </a:solidFill>
        <a:effectLst/>
      </p:bgPr>
    </p:bg>
    <p:spTree>
      <p:nvGrpSpPr>
        <p:cNvPr id="1" name=""/>
        <p:cNvGrpSpPr/>
        <p:nvPr/>
      </p:nvGrpSpPr>
      <p:grpSpPr>
        <a:xfrm>
          <a:off x="0" y="0"/>
          <a:ext cx="0" cy="0"/>
          <a:chOff x="0" y="0"/>
          <a:chExt cx="0" cy="0"/>
        </a:xfrm>
      </p:grpSpPr>
      <p:sp>
        <p:nvSpPr>
          <p:cNvPr id="2"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3" name="PlaceHolder 1"/>
          <p:cNvSpPr>
            <a:spLocks noGrp="1"/>
          </p:cNvSpPr>
          <p:nvPr>
            <p:ph type="body"/>
          </p:nvPr>
        </p:nvSpPr>
        <p:spPr>
          <a:xfrm>
            <a:off x="365760" y="1332000"/>
            <a:ext cx="7481520" cy="2594160"/>
          </a:xfrm>
          <a:prstGeom prst="rect">
            <a:avLst/>
          </a:prstGeom>
          <a:noFill/>
          <a:ln w="0">
            <a:noFill/>
          </a:ln>
        </p:spPr>
        <p:txBody>
          <a:bodyPr lIns="91440" tIns="45720" rIns="91440" bIns="45720" anchor="ctr">
            <a:normAutofit fontScale="55000" lnSpcReduction="19999"/>
          </a:bodyPr>
          <a:lstStyle/>
          <a:p>
            <a:pPr marL="432000" indent="-324000">
              <a:lnSpc>
                <a:spcPct val="100000"/>
              </a:lnSpc>
              <a:spcBef>
                <a:spcPts val="1417"/>
              </a:spcBef>
              <a:buClr>
                <a:srgbClr val="FFFFFF"/>
              </a:buClr>
              <a:buSzPct val="45000"/>
              <a:buFont typeface="Wingdings" charset="2"/>
              <a:buChar char=""/>
            </a:pPr>
            <a:r>
              <a:rPr lang="en-GB" sz="4200" b="0" u="none" strike="noStrike">
                <a:solidFill>
                  <a:srgbClr val="000000"/>
                </a:solidFill>
                <a:effectLst/>
                <a:uFillTx/>
                <a:latin typeface="Arial"/>
              </a:rPr>
              <a:t>Click to edit the outline text format</a:t>
            </a:r>
            <a:endParaRPr lang="en-GB" sz="42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200" b="0" u="none" strike="noStrike">
                <a:solidFill>
                  <a:srgbClr val="000000"/>
                </a:solidFill>
                <a:effectLst/>
                <a:uFillTx/>
                <a:latin typeface="Arial"/>
              </a:rPr>
              <a:t>Second Outline Level</a:t>
            </a:r>
            <a:endParaRPr lang="en-GB" sz="42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200" b="0" u="none" strike="noStrike">
                <a:solidFill>
                  <a:srgbClr val="000000"/>
                </a:solidFill>
                <a:effectLst/>
                <a:uFillTx/>
                <a:latin typeface="Arial"/>
              </a:rPr>
              <a:t>Third Outline Level</a:t>
            </a:r>
            <a:endParaRPr lang="en-GB" sz="42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200" b="0" u="none" strike="noStrike">
                <a:solidFill>
                  <a:srgbClr val="000000"/>
                </a:solidFill>
                <a:effectLst/>
                <a:uFillTx/>
                <a:latin typeface="Arial"/>
              </a:rPr>
              <a:t>Fourth Outline Level</a:t>
            </a:r>
            <a:endParaRPr lang="en-GB" sz="42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Fifth Outline Level</a:t>
            </a:r>
            <a:endParaRPr lang="en-GB" sz="42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Sixth Outline Level</a:t>
            </a:r>
            <a:endParaRPr lang="en-GB" sz="42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Seventh Outline Level</a:t>
            </a:r>
            <a:endParaRPr lang="en-GB" sz="4200" b="0" u="none" strike="noStrike">
              <a:solidFill>
                <a:srgbClr val="FFFFFF"/>
              </a:solidFill>
              <a:effectLst/>
              <a:uFillTx/>
              <a:latin typeface="Arial"/>
            </a:endParaRPr>
          </a:p>
        </p:txBody>
      </p:sp>
      <p:sp>
        <p:nvSpPr>
          <p:cNvPr id="4" name="Google Shape;222;p25"/>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5" name="Google Shape;223;p25"/>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6" name="PlaceHolder 2"/>
          <p:cNvSpPr>
            <a:spLocks noGrp="1"/>
          </p:cNvSpPr>
          <p:nvPr>
            <p:ph type="sldNum" idx="1"/>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BE763172-5771-42D4-9AD3-4C4BF136D133}" type="slidenum">
              <a:rPr lang="en" sz="600" b="0" u="none" strike="noStrike">
                <a:solidFill>
                  <a:srgbClr val="FFFFFF"/>
                </a:solidFill>
                <a:effectLst/>
                <a:uFillTx/>
                <a:latin typeface="Arial"/>
                <a:ea typeface="Arial"/>
              </a:rPr>
              <a:t>‹#›</a:t>
            </a:fld>
            <a:endParaRPr lang="en-GB" sz="600" b="0" u="none" strike="noStrike">
              <a:solidFill>
                <a:srgbClr val="FFFFFF"/>
              </a:solidFill>
              <a:effectLst/>
              <a:uFillTx/>
              <a:latin typeface="Times New Roman"/>
            </a:endParaRPr>
          </a:p>
        </p:txBody>
      </p:sp>
      <p:grpSp>
        <p:nvGrpSpPr>
          <p:cNvPr id="7" name="Google Shape;225;p25"/>
          <p:cNvGrpSpPr/>
          <p:nvPr/>
        </p:nvGrpSpPr>
        <p:grpSpPr>
          <a:xfrm>
            <a:off x="457200" y="474120"/>
            <a:ext cx="1174680" cy="855000"/>
            <a:chOff x="457200" y="474120"/>
            <a:chExt cx="1174680" cy="855000"/>
          </a:xfrm>
        </p:grpSpPr>
        <p:sp>
          <p:nvSpPr>
            <p:cNvPr id="8" name="Google Shape;226;p25"/>
            <p:cNvSpPr/>
            <p:nvPr/>
          </p:nvSpPr>
          <p:spPr>
            <a:xfrm>
              <a:off x="45720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9" name="Google Shape;227;p25"/>
            <p:cNvSpPr/>
            <p:nvPr/>
          </p:nvSpPr>
          <p:spPr>
            <a:xfrm>
              <a:off x="109044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sp>
        <p:nvSpPr>
          <p:cNvPr id="10" name="PlaceHolder 3"/>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Quote - Violet_1_1_1_3">
    <p:bg>
      <p:bgPr>
        <a:solidFill>
          <a:schemeClr val="lt1"/>
        </a:solidFill>
        <a:effectLst/>
      </p:bgPr>
    </p:bg>
    <p:spTree>
      <p:nvGrpSpPr>
        <p:cNvPr id="1" name=""/>
        <p:cNvGrpSpPr/>
        <p:nvPr/>
      </p:nvGrpSpPr>
      <p:grpSpPr>
        <a:xfrm>
          <a:off x="0" y="0"/>
          <a:ext cx="0" cy="0"/>
          <a:chOff x="0" y="0"/>
          <a:chExt cx="0" cy="0"/>
        </a:xfrm>
      </p:grpSpPr>
      <p:sp>
        <p:nvSpPr>
          <p:cNvPr id="1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2" name="PlaceHolder 1"/>
          <p:cNvSpPr>
            <a:spLocks noGrp="1"/>
          </p:cNvSpPr>
          <p:nvPr>
            <p:ph type="body"/>
          </p:nvPr>
        </p:nvSpPr>
        <p:spPr>
          <a:xfrm>
            <a:off x="365760" y="1332000"/>
            <a:ext cx="7481520" cy="2594160"/>
          </a:xfrm>
          <a:prstGeom prst="rect">
            <a:avLst/>
          </a:prstGeom>
          <a:noFill/>
          <a:ln w="0">
            <a:noFill/>
          </a:ln>
        </p:spPr>
        <p:txBody>
          <a:bodyPr lIns="91440" tIns="45720" rIns="91440" bIns="45720" anchor="ctr">
            <a:normAutofit fontScale="55000" lnSpcReduction="19999"/>
          </a:bodyPr>
          <a:lstStyle/>
          <a:p>
            <a:pPr marL="432000" indent="-324000">
              <a:lnSpc>
                <a:spcPct val="100000"/>
              </a:lnSpc>
              <a:spcBef>
                <a:spcPts val="1417"/>
              </a:spcBef>
              <a:buClr>
                <a:srgbClr val="000000"/>
              </a:buClr>
              <a:buSzPct val="45000"/>
              <a:buFont typeface="Wingdings" charset="2"/>
              <a:buChar char=""/>
            </a:pPr>
            <a:r>
              <a:rPr lang="en-GB" sz="42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42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42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42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42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42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4200" b="0" u="none" strike="noStrike">
                <a:solidFill>
                  <a:srgbClr val="000000"/>
                </a:solidFill>
                <a:effectLst/>
                <a:uFillTx/>
                <a:latin typeface="Arial"/>
              </a:rPr>
              <a:t>Seventh Outline Level</a:t>
            </a:r>
          </a:p>
        </p:txBody>
      </p:sp>
      <p:grpSp>
        <p:nvGrpSpPr>
          <p:cNvPr id="13" name="Google Shape;231;p26"/>
          <p:cNvGrpSpPr/>
          <p:nvPr/>
        </p:nvGrpSpPr>
        <p:grpSpPr>
          <a:xfrm>
            <a:off x="457200" y="474120"/>
            <a:ext cx="1174680" cy="855000"/>
            <a:chOff x="457200" y="474120"/>
            <a:chExt cx="1174680" cy="855000"/>
          </a:xfrm>
        </p:grpSpPr>
        <p:sp>
          <p:nvSpPr>
            <p:cNvPr id="14" name="Google Shape;232;p26"/>
            <p:cNvSpPr/>
            <p:nvPr/>
          </p:nvSpPr>
          <p:spPr>
            <a:xfrm>
              <a:off x="45720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5" name="Google Shape;233;p26"/>
            <p:cNvSpPr/>
            <p:nvPr/>
          </p:nvSpPr>
          <p:spPr>
            <a:xfrm>
              <a:off x="109044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sp>
        <p:nvSpPr>
          <p:cNvPr id="16" name="PlaceHolder 2"/>
          <p:cNvSpPr>
            <a:spLocks noGrp="1"/>
          </p:cNvSpPr>
          <p:nvPr>
            <p:ph type="sldNum" idx="2"/>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23F25555-0D3B-4118-B6D1-18B49F2181B0}"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7" name="Google Shape;236;p26"/>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8" name="Google Shape;237;p26"/>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9" name="PlaceHolder 3"/>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Quote - Violet_1_1_1_2">
    <p:bg>
      <p:bgPr>
        <a:solidFill>
          <a:schemeClr val="dk2"/>
        </a:solidFill>
        <a:effectLst/>
      </p:bgPr>
    </p:bg>
    <p:spTree>
      <p:nvGrpSpPr>
        <p:cNvPr id="1" name=""/>
        <p:cNvGrpSpPr/>
        <p:nvPr/>
      </p:nvGrpSpPr>
      <p:grpSpPr>
        <a:xfrm>
          <a:off x="0" y="0"/>
          <a:ext cx="0" cy="0"/>
          <a:chOff x="0" y="0"/>
          <a:chExt cx="0" cy="0"/>
        </a:xfrm>
      </p:grpSpPr>
      <p:sp>
        <p:nvSpPr>
          <p:cNvPr id="20"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21" name="PlaceHolder 1"/>
          <p:cNvSpPr>
            <a:spLocks noGrp="1"/>
          </p:cNvSpPr>
          <p:nvPr>
            <p:ph type="body"/>
          </p:nvPr>
        </p:nvSpPr>
        <p:spPr>
          <a:xfrm>
            <a:off x="365760" y="1332000"/>
            <a:ext cx="6073560" cy="2594160"/>
          </a:xfrm>
          <a:prstGeom prst="rect">
            <a:avLst/>
          </a:prstGeom>
          <a:noFill/>
          <a:ln w="0">
            <a:noFill/>
          </a:ln>
        </p:spPr>
        <p:txBody>
          <a:bodyPr lIns="91440" tIns="45720" rIns="91440" bIns="45720" anchor="ctr">
            <a:normAutofit fontScale="55000" lnSpcReduction="19999"/>
          </a:bodyPr>
          <a:lstStyle/>
          <a:p>
            <a:pPr marL="432000" indent="-324000">
              <a:lnSpc>
                <a:spcPct val="100000"/>
              </a:lnSpc>
              <a:spcBef>
                <a:spcPts val="1417"/>
              </a:spcBef>
              <a:buClr>
                <a:srgbClr val="FFFFFF"/>
              </a:buClr>
              <a:buSzPct val="45000"/>
              <a:buFont typeface="Wingdings" charset="2"/>
              <a:buChar char=""/>
            </a:pPr>
            <a:r>
              <a:rPr lang="en-GB" sz="4200" b="0" u="none" strike="noStrike">
                <a:solidFill>
                  <a:srgbClr val="000000"/>
                </a:solidFill>
                <a:effectLst/>
                <a:uFillTx/>
                <a:latin typeface="Arial"/>
              </a:rPr>
              <a:t>Click to edit the outline text format</a:t>
            </a:r>
            <a:endParaRPr lang="en-GB" sz="42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200" b="0" u="none" strike="noStrike">
                <a:solidFill>
                  <a:srgbClr val="000000"/>
                </a:solidFill>
                <a:effectLst/>
                <a:uFillTx/>
                <a:latin typeface="Arial"/>
              </a:rPr>
              <a:t>Second Outline Level</a:t>
            </a:r>
            <a:endParaRPr lang="en-GB" sz="42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200" b="0" u="none" strike="noStrike">
                <a:solidFill>
                  <a:srgbClr val="000000"/>
                </a:solidFill>
                <a:effectLst/>
                <a:uFillTx/>
                <a:latin typeface="Arial"/>
              </a:rPr>
              <a:t>Third Outline Level</a:t>
            </a:r>
            <a:endParaRPr lang="en-GB" sz="42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200" b="0" u="none" strike="noStrike">
                <a:solidFill>
                  <a:srgbClr val="000000"/>
                </a:solidFill>
                <a:effectLst/>
                <a:uFillTx/>
                <a:latin typeface="Arial"/>
              </a:rPr>
              <a:t>Fourth Outline Level</a:t>
            </a:r>
            <a:endParaRPr lang="en-GB" sz="42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Fifth Outline Level</a:t>
            </a:r>
            <a:endParaRPr lang="en-GB" sz="42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Sixth Outline Level</a:t>
            </a:r>
            <a:endParaRPr lang="en-GB" sz="42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Seventh Outline Level</a:t>
            </a:r>
            <a:endParaRPr lang="en-GB" sz="4200" b="0" u="none" strike="noStrike">
              <a:solidFill>
                <a:srgbClr val="FFFFFF"/>
              </a:solidFill>
              <a:effectLst/>
              <a:uFillTx/>
              <a:latin typeface="Arial"/>
            </a:endParaRPr>
          </a:p>
        </p:txBody>
      </p:sp>
      <p:sp>
        <p:nvSpPr>
          <p:cNvPr id="22" name="Google Shape;240;p27"/>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23" name="Google Shape;241;p27"/>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4" name="PlaceHolder 2"/>
          <p:cNvSpPr>
            <a:spLocks noGrp="1"/>
          </p:cNvSpPr>
          <p:nvPr>
            <p:ph type="sldNum" idx="3"/>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5F075116-C274-497A-AF51-628C61180B0D}" type="slidenum">
              <a:rPr lang="en" sz="600" b="0" u="none" strike="noStrike">
                <a:solidFill>
                  <a:srgbClr val="FFFFFF"/>
                </a:solidFill>
                <a:effectLst/>
                <a:uFillTx/>
                <a:latin typeface="Arial"/>
                <a:ea typeface="Arial"/>
              </a:rPr>
              <a:t>‹#›</a:t>
            </a:fld>
            <a:endParaRPr lang="en-GB" sz="600" b="0" u="none" strike="noStrike">
              <a:solidFill>
                <a:srgbClr val="FFFFFF"/>
              </a:solidFill>
              <a:effectLst/>
              <a:uFillTx/>
              <a:latin typeface="Times New Roman"/>
            </a:endParaRPr>
          </a:p>
        </p:txBody>
      </p:sp>
      <p:grpSp>
        <p:nvGrpSpPr>
          <p:cNvPr id="25" name="Google Shape;243;p27"/>
          <p:cNvGrpSpPr/>
          <p:nvPr/>
        </p:nvGrpSpPr>
        <p:grpSpPr>
          <a:xfrm>
            <a:off x="457200" y="474120"/>
            <a:ext cx="1174680" cy="855000"/>
            <a:chOff x="457200" y="474120"/>
            <a:chExt cx="1174680" cy="855000"/>
          </a:xfrm>
        </p:grpSpPr>
        <p:sp>
          <p:nvSpPr>
            <p:cNvPr id="26" name="Google Shape;244;p27"/>
            <p:cNvSpPr/>
            <p:nvPr/>
          </p:nvSpPr>
          <p:spPr>
            <a:xfrm>
              <a:off x="45720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7" name="Google Shape;245;p27"/>
            <p:cNvSpPr/>
            <p:nvPr/>
          </p:nvSpPr>
          <p:spPr>
            <a:xfrm>
              <a:off x="109044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sp>
        <p:nvSpPr>
          <p:cNvPr id="28" name="PlaceHolder 3"/>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Data Cloud_1_1">
    <p:bg>
      <p:bgPr>
        <a:solidFill>
          <a:schemeClr val="accent1"/>
        </a:solidFill>
        <a:effectLst/>
      </p:bgPr>
    </p:bg>
    <p:spTree>
      <p:nvGrpSpPr>
        <p:cNvPr id="1" name=""/>
        <p:cNvGrpSpPr/>
        <p:nvPr/>
      </p:nvGrpSpPr>
      <p:grpSpPr>
        <a:xfrm>
          <a:off x="0" y="0"/>
          <a:ext cx="0" cy="0"/>
          <a:chOff x="0" y="0"/>
          <a:chExt cx="0" cy="0"/>
        </a:xfrm>
      </p:grpSpPr>
      <p:sp>
        <p:nvSpPr>
          <p:cNvPr id="2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30" name="Google Shape;137;p15"/>
          <p:cNvGrpSpPr/>
          <p:nvPr/>
        </p:nvGrpSpPr>
        <p:grpSpPr>
          <a:xfrm>
            <a:off x="0" y="3770280"/>
            <a:ext cx="9141120" cy="1368720"/>
            <a:chOff x="0" y="3770280"/>
            <a:chExt cx="9141120" cy="1368720"/>
          </a:xfrm>
        </p:grpSpPr>
        <p:pic>
          <p:nvPicPr>
            <p:cNvPr id="31" name="Google Shape;138;p15"/>
            <p:cNvPicPr/>
            <p:nvPr/>
          </p:nvPicPr>
          <p:blipFill>
            <a:blip r:embed="rId2"/>
            <a:stretch/>
          </p:blipFill>
          <p:spPr>
            <a:xfrm>
              <a:off x="0" y="3770280"/>
              <a:ext cx="3043440" cy="1368720"/>
            </a:xfrm>
            <a:prstGeom prst="rect">
              <a:avLst/>
            </a:prstGeom>
            <a:noFill/>
            <a:ln w="0">
              <a:noFill/>
            </a:ln>
          </p:spPr>
        </p:pic>
        <p:pic>
          <p:nvPicPr>
            <p:cNvPr id="32" name="Google Shape;139;p15"/>
            <p:cNvPicPr/>
            <p:nvPr/>
          </p:nvPicPr>
          <p:blipFill>
            <a:blip r:embed="rId3"/>
            <a:srcRect t="138" b="138"/>
            <a:stretch/>
          </p:blipFill>
          <p:spPr>
            <a:xfrm>
              <a:off x="3051000" y="3770280"/>
              <a:ext cx="3043440" cy="1368720"/>
            </a:xfrm>
            <a:prstGeom prst="rect">
              <a:avLst/>
            </a:prstGeom>
            <a:noFill/>
            <a:ln w="0">
              <a:noFill/>
            </a:ln>
          </p:spPr>
        </p:pic>
        <p:pic>
          <p:nvPicPr>
            <p:cNvPr id="33" name="Google Shape;140;p15"/>
            <p:cNvPicPr/>
            <p:nvPr/>
          </p:nvPicPr>
          <p:blipFill>
            <a:blip r:embed="rId4"/>
            <a:srcRect t="138" b="138"/>
            <a:stretch/>
          </p:blipFill>
          <p:spPr>
            <a:xfrm>
              <a:off x="6097680" y="3770280"/>
              <a:ext cx="3043440" cy="1368720"/>
            </a:xfrm>
            <a:prstGeom prst="rect">
              <a:avLst/>
            </a:prstGeom>
            <a:noFill/>
            <a:ln w="0">
              <a:noFill/>
            </a:ln>
          </p:spPr>
        </p:pic>
      </p:grpSp>
      <p:grpSp>
        <p:nvGrpSpPr>
          <p:cNvPr id="34" name="Google Shape;141;p15"/>
          <p:cNvGrpSpPr/>
          <p:nvPr/>
        </p:nvGrpSpPr>
        <p:grpSpPr>
          <a:xfrm>
            <a:off x="0" y="3770280"/>
            <a:ext cx="9141120" cy="1368720"/>
            <a:chOff x="0" y="3770280"/>
            <a:chExt cx="9141120" cy="1368720"/>
          </a:xfrm>
        </p:grpSpPr>
        <p:pic>
          <p:nvPicPr>
            <p:cNvPr id="35" name="Google Shape;142;p15"/>
            <p:cNvPicPr/>
            <p:nvPr/>
          </p:nvPicPr>
          <p:blipFill>
            <a:blip r:embed="rId2"/>
            <a:stretch/>
          </p:blipFill>
          <p:spPr>
            <a:xfrm>
              <a:off x="0" y="3770280"/>
              <a:ext cx="3043440" cy="1368720"/>
            </a:xfrm>
            <a:prstGeom prst="rect">
              <a:avLst/>
            </a:prstGeom>
            <a:noFill/>
            <a:ln w="0">
              <a:noFill/>
            </a:ln>
          </p:spPr>
        </p:pic>
        <p:pic>
          <p:nvPicPr>
            <p:cNvPr id="36" name="Google Shape;143;p15"/>
            <p:cNvPicPr/>
            <p:nvPr/>
          </p:nvPicPr>
          <p:blipFill>
            <a:blip r:embed="rId3"/>
            <a:srcRect t="138" b="138"/>
            <a:stretch/>
          </p:blipFill>
          <p:spPr>
            <a:xfrm>
              <a:off x="3051000" y="3770280"/>
              <a:ext cx="3043440" cy="1368720"/>
            </a:xfrm>
            <a:prstGeom prst="rect">
              <a:avLst/>
            </a:prstGeom>
            <a:noFill/>
            <a:ln w="0">
              <a:noFill/>
            </a:ln>
          </p:spPr>
        </p:pic>
        <p:pic>
          <p:nvPicPr>
            <p:cNvPr id="37" name="Google Shape;144;p15"/>
            <p:cNvPicPr/>
            <p:nvPr/>
          </p:nvPicPr>
          <p:blipFill>
            <a:blip r:embed="rId4"/>
            <a:srcRect t="138" b="138"/>
            <a:stretch/>
          </p:blipFill>
          <p:spPr>
            <a:xfrm>
              <a:off x="6097680" y="3770280"/>
              <a:ext cx="3043440" cy="1368720"/>
            </a:xfrm>
            <a:prstGeom prst="rect">
              <a:avLst/>
            </a:prstGeom>
            <a:noFill/>
            <a:ln w="0">
              <a:noFill/>
            </a:ln>
          </p:spPr>
        </p:pic>
      </p:grpSp>
      <p:sp>
        <p:nvSpPr>
          <p:cNvPr id="38" name="Google Shape;145;p15"/>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39" name="PlaceHolder 1"/>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40" name="PlaceHolder 2"/>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41" name="Google Shape;148;p15"/>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42" name="PlaceHolder 3"/>
          <p:cNvSpPr>
            <a:spLocks noGrp="1"/>
          </p:cNvSpPr>
          <p:nvPr>
            <p:ph type="title"/>
          </p:nvPr>
        </p:nvSpPr>
        <p:spPr>
          <a:xfrm>
            <a:off x="366480" y="1188720"/>
            <a:ext cx="740808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43" name="PlaceHolder 4"/>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Data Cloud_1_1_1">
    <p:bg>
      <p:bgPr>
        <a:solidFill>
          <a:schemeClr val="accent1"/>
        </a:solidFill>
        <a:effectLst/>
      </p:bgPr>
    </p:bg>
    <p:spTree>
      <p:nvGrpSpPr>
        <p:cNvPr id="1" name=""/>
        <p:cNvGrpSpPr/>
        <p:nvPr/>
      </p:nvGrpSpPr>
      <p:grpSpPr>
        <a:xfrm>
          <a:off x="0" y="0"/>
          <a:ext cx="0" cy="0"/>
          <a:chOff x="0" y="0"/>
          <a:chExt cx="0" cy="0"/>
        </a:xfrm>
      </p:grpSpPr>
      <p:sp>
        <p:nvSpPr>
          <p:cNvPr id="44"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45" name="Google Shape;175;p19"/>
          <p:cNvGrpSpPr/>
          <p:nvPr/>
        </p:nvGrpSpPr>
        <p:grpSpPr>
          <a:xfrm>
            <a:off x="5110920" y="2880"/>
            <a:ext cx="1160280" cy="5154120"/>
            <a:chOff x="5110920" y="2880"/>
            <a:chExt cx="1160280" cy="5154120"/>
          </a:xfrm>
        </p:grpSpPr>
        <p:pic>
          <p:nvPicPr>
            <p:cNvPr id="46" name="Google Shape;176;p19"/>
            <p:cNvPicPr/>
            <p:nvPr/>
          </p:nvPicPr>
          <p:blipFill>
            <a:blip r:embed="rId2"/>
            <a:stretch/>
          </p:blipFill>
          <p:spPr>
            <a:xfrm rot="16200000">
              <a:off x="4404240" y="3290040"/>
              <a:ext cx="2573640" cy="1160280"/>
            </a:xfrm>
            <a:prstGeom prst="rect">
              <a:avLst/>
            </a:prstGeom>
            <a:noFill/>
            <a:ln w="0">
              <a:noFill/>
            </a:ln>
          </p:spPr>
        </p:pic>
        <p:pic>
          <p:nvPicPr>
            <p:cNvPr id="47" name="Google Shape;177;p19"/>
            <p:cNvPicPr/>
            <p:nvPr/>
          </p:nvPicPr>
          <p:blipFill>
            <a:blip r:embed="rId3"/>
            <a:srcRect t="138" b="138"/>
            <a:stretch/>
          </p:blipFill>
          <p:spPr>
            <a:xfrm rot="16200000">
              <a:off x="4404240" y="709560"/>
              <a:ext cx="2573640" cy="1160280"/>
            </a:xfrm>
            <a:prstGeom prst="rect">
              <a:avLst/>
            </a:prstGeom>
            <a:noFill/>
            <a:ln w="0">
              <a:noFill/>
            </a:ln>
          </p:spPr>
        </p:pic>
      </p:grpSp>
      <p:grpSp>
        <p:nvGrpSpPr>
          <p:cNvPr id="48" name="Google Shape;178;p19"/>
          <p:cNvGrpSpPr/>
          <p:nvPr/>
        </p:nvGrpSpPr>
        <p:grpSpPr>
          <a:xfrm>
            <a:off x="5110920" y="2880"/>
            <a:ext cx="1160280" cy="5154120"/>
            <a:chOff x="5110920" y="2880"/>
            <a:chExt cx="1160280" cy="5154120"/>
          </a:xfrm>
        </p:grpSpPr>
        <p:pic>
          <p:nvPicPr>
            <p:cNvPr id="49" name="Google Shape;179;p19"/>
            <p:cNvPicPr/>
            <p:nvPr/>
          </p:nvPicPr>
          <p:blipFill>
            <a:blip r:embed="rId2"/>
            <a:stretch/>
          </p:blipFill>
          <p:spPr>
            <a:xfrm rot="16200000">
              <a:off x="4404240" y="3290040"/>
              <a:ext cx="2573640" cy="1160280"/>
            </a:xfrm>
            <a:prstGeom prst="rect">
              <a:avLst/>
            </a:prstGeom>
            <a:noFill/>
            <a:ln w="0">
              <a:noFill/>
            </a:ln>
          </p:spPr>
        </p:pic>
        <p:pic>
          <p:nvPicPr>
            <p:cNvPr id="50" name="Google Shape;180;p19"/>
            <p:cNvPicPr/>
            <p:nvPr/>
          </p:nvPicPr>
          <p:blipFill>
            <a:blip r:embed="rId3"/>
            <a:srcRect t="138" b="138"/>
            <a:stretch/>
          </p:blipFill>
          <p:spPr>
            <a:xfrm rot="16200000">
              <a:off x="4404240" y="709560"/>
              <a:ext cx="2573640" cy="1160280"/>
            </a:xfrm>
            <a:prstGeom prst="rect">
              <a:avLst/>
            </a:prstGeom>
            <a:noFill/>
            <a:ln w="0">
              <a:noFill/>
            </a:ln>
          </p:spPr>
        </p:pic>
      </p:grpSp>
      <p:sp>
        <p:nvSpPr>
          <p:cNvPr id="51" name="PlaceHolder 1"/>
          <p:cNvSpPr>
            <a:spLocks noGrp="1"/>
          </p:cNvSpPr>
          <p:nvPr>
            <p:ph type="sldNum" idx="4"/>
          </p:nvPr>
        </p:nvSpPr>
        <p:spPr>
          <a:xfrm>
            <a:off x="8229600" y="486252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B339C67B-4B18-477A-810F-B9CEC31F655E}"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52" name="Google Shape;182;p19"/>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53" name="PlaceHolder 2"/>
          <p:cNvSpPr>
            <a:spLocks noGrp="1"/>
          </p:cNvSpPr>
          <p:nvPr>
            <p:ph type="title"/>
          </p:nvPr>
        </p:nvSpPr>
        <p:spPr>
          <a:xfrm>
            <a:off x="366480" y="1188720"/>
            <a:ext cx="572796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54" name="PlaceHolder 3"/>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55" name="PlaceHolder 4"/>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56" name="Google Shape;186;p19"/>
          <p:cNvSpPr/>
          <p:nvPr/>
        </p:nvSpPr>
        <p:spPr>
          <a:xfrm>
            <a:off x="6097680" y="0"/>
            <a:ext cx="3043800" cy="51408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57" name="Google Shape;187;p19"/>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58" name="PlaceHolder 5"/>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Data Cloud_1_1_3_1">
    <p:bg>
      <p:bgPr>
        <a:solidFill>
          <a:schemeClr val="accent1"/>
        </a:solidFill>
        <a:effectLst/>
      </p:bgPr>
    </p:bg>
    <p:spTree>
      <p:nvGrpSpPr>
        <p:cNvPr id="1" name=""/>
        <p:cNvGrpSpPr/>
        <p:nvPr/>
      </p:nvGrpSpPr>
      <p:grpSpPr>
        <a:xfrm>
          <a:off x="0" y="0"/>
          <a:ext cx="0" cy="0"/>
          <a:chOff x="0" y="0"/>
          <a:chExt cx="0" cy="0"/>
        </a:xfrm>
      </p:grpSpPr>
      <p:sp>
        <p:nvSpPr>
          <p:cNvPr id="5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60" name="Google Shape;160;p17"/>
          <p:cNvGrpSpPr/>
          <p:nvPr/>
        </p:nvGrpSpPr>
        <p:grpSpPr>
          <a:xfrm>
            <a:off x="6431760" y="-6480"/>
            <a:ext cx="2744640" cy="5158800"/>
            <a:chOff x="6431760" y="-6480"/>
            <a:chExt cx="2744640" cy="5158800"/>
          </a:xfrm>
        </p:grpSpPr>
        <p:pic>
          <p:nvPicPr>
            <p:cNvPr id="61" name="Google Shape;161;p17"/>
            <p:cNvPicPr/>
            <p:nvPr/>
          </p:nvPicPr>
          <p:blipFill>
            <a:blip r:embed="rId2"/>
            <a:srcRect l="37876" t="24688" b="10225"/>
            <a:stretch/>
          </p:blipFill>
          <p:spPr>
            <a:xfrm rot="16200000">
              <a:off x="6233760" y="2221200"/>
              <a:ext cx="3129120" cy="2733120"/>
            </a:xfrm>
            <a:prstGeom prst="rect">
              <a:avLst/>
            </a:prstGeom>
            <a:noFill/>
            <a:ln w="0">
              <a:noFill/>
            </a:ln>
          </p:spPr>
        </p:pic>
        <p:pic>
          <p:nvPicPr>
            <p:cNvPr id="62" name="Google Shape;162;p17"/>
            <p:cNvPicPr/>
            <p:nvPr/>
          </p:nvPicPr>
          <p:blipFill>
            <a:blip r:embed="rId3"/>
            <a:srcRect t="25252" r="59813" b="9946"/>
            <a:stretch/>
          </p:blipFill>
          <p:spPr>
            <a:xfrm rot="16200000">
              <a:off x="6804720" y="-356040"/>
              <a:ext cx="2021760" cy="2721240"/>
            </a:xfrm>
            <a:prstGeom prst="rect">
              <a:avLst/>
            </a:prstGeom>
            <a:noFill/>
            <a:ln w="0">
              <a:noFill/>
            </a:ln>
          </p:spPr>
        </p:pic>
      </p:grpSp>
      <p:sp>
        <p:nvSpPr>
          <p:cNvPr id="63" name="Google Shape;163;p17"/>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64" name="PlaceHolder 1"/>
          <p:cNvSpPr>
            <a:spLocks noGrp="1"/>
          </p:cNvSpPr>
          <p:nvPr>
            <p:ph type="title"/>
          </p:nvPr>
        </p:nvSpPr>
        <p:spPr>
          <a:xfrm>
            <a:off x="366480" y="1188720"/>
            <a:ext cx="740592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65" name="PlaceHolder 2"/>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66" name="PlaceHolder 3"/>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67" name="Google Shape;167;p17"/>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68" name="PlaceHolder 4"/>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hank You_1">
    <p:bg>
      <p:bgPr>
        <a:solidFill>
          <a:schemeClr val="accent1"/>
        </a:solidFill>
        <a:effectLst/>
      </p:bgPr>
    </p:bg>
    <p:spTree>
      <p:nvGrpSpPr>
        <p:cNvPr id="1" name=""/>
        <p:cNvGrpSpPr/>
        <p:nvPr/>
      </p:nvGrpSpPr>
      <p:grpSpPr>
        <a:xfrm>
          <a:off x="0" y="0"/>
          <a:ext cx="0" cy="0"/>
          <a:chOff x="0" y="0"/>
          <a:chExt cx="0" cy="0"/>
        </a:xfrm>
      </p:grpSpPr>
      <p:sp>
        <p:nvSpPr>
          <p:cNvPr id="6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70" name="Google Shape;259;p30"/>
          <p:cNvSpPr/>
          <p:nvPr/>
        </p:nvSpPr>
        <p:spPr>
          <a:xfrm>
            <a:off x="457200" y="4444200"/>
            <a:ext cx="1442160" cy="327600"/>
          </a:xfrm>
          <a:custGeom>
            <a:avLst/>
            <a:gdLst>
              <a:gd name="textAreaLeft" fmla="*/ 0 w 1442160"/>
              <a:gd name="textAreaRight" fmla="*/ 1445040 w 1442160"/>
              <a:gd name="textAreaTop" fmla="*/ 0 h 327600"/>
              <a:gd name="textAreaBottom" fmla="*/ 330480 h 32760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71" name="PlaceHolder 1"/>
          <p:cNvSpPr>
            <a:spLocks noGrp="1"/>
          </p:cNvSpPr>
          <p:nvPr>
            <p:ph type="body"/>
          </p:nvPr>
        </p:nvSpPr>
        <p:spPr>
          <a:xfrm>
            <a:off x="365760" y="1886400"/>
            <a:ext cx="7481520" cy="135432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000000"/>
              </a:buClr>
              <a:buSzPct val="45000"/>
              <a:buFont typeface="Wingdings" charset="2"/>
              <a:buChar char=""/>
            </a:pPr>
            <a:r>
              <a:rPr lang="en-GB" sz="52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52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52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52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Seventh Outline Level</a:t>
            </a:r>
          </a:p>
        </p:txBody>
      </p:sp>
      <p:sp>
        <p:nvSpPr>
          <p:cNvPr id="72" name="Google Shape;261;p30"/>
          <p:cNvSpPr/>
          <p:nvPr/>
        </p:nvSpPr>
        <p:spPr>
          <a:xfrm>
            <a:off x="457200" y="486468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grpSp>
        <p:nvGrpSpPr>
          <p:cNvPr id="73" name="Google Shape;262;p30"/>
          <p:cNvGrpSpPr/>
          <p:nvPr/>
        </p:nvGrpSpPr>
        <p:grpSpPr>
          <a:xfrm>
            <a:off x="0" y="3770280"/>
            <a:ext cx="9141120" cy="1368720"/>
            <a:chOff x="0" y="3770280"/>
            <a:chExt cx="9141120" cy="1368720"/>
          </a:xfrm>
        </p:grpSpPr>
        <p:pic>
          <p:nvPicPr>
            <p:cNvPr id="74" name="Google Shape;263;p30"/>
            <p:cNvPicPr/>
            <p:nvPr/>
          </p:nvPicPr>
          <p:blipFill>
            <a:blip r:embed="rId2"/>
            <a:stretch/>
          </p:blipFill>
          <p:spPr>
            <a:xfrm>
              <a:off x="0" y="3770280"/>
              <a:ext cx="3043440" cy="1368720"/>
            </a:xfrm>
            <a:prstGeom prst="rect">
              <a:avLst/>
            </a:prstGeom>
            <a:noFill/>
            <a:ln w="0">
              <a:noFill/>
            </a:ln>
          </p:spPr>
        </p:pic>
        <p:pic>
          <p:nvPicPr>
            <p:cNvPr id="75" name="Google Shape;264;p30"/>
            <p:cNvPicPr/>
            <p:nvPr/>
          </p:nvPicPr>
          <p:blipFill>
            <a:blip r:embed="rId3"/>
            <a:srcRect t="138" b="138"/>
            <a:stretch/>
          </p:blipFill>
          <p:spPr>
            <a:xfrm>
              <a:off x="3051000" y="3770280"/>
              <a:ext cx="3043440" cy="1368720"/>
            </a:xfrm>
            <a:prstGeom prst="rect">
              <a:avLst/>
            </a:prstGeom>
            <a:noFill/>
            <a:ln w="0">
              <a:noFill/>
            </a:ln>
          </p:spPr>
        </p:pic>
        <p:pic>
          <p:nvPicPr>
            <p:cNvPr id="76" name="Google Shape;265;p30"/>
            <p:cNvPicPr/>
            <p:nvPr/>
          </p:nvPicPr>
          <p:blipFill>
            <a:blip r:embed="rId4"/>
            <a:srcRect t="138" b="138"/>
            <a:stretch/>
          </p:blipFill>
          <p:spPr>
            <a:xfrm>
              <a:off x="6097680" y="3770280"/>
              <a:ext cx="3043440" cy="1368720"/>
            </a:xfrm>
            <a:prstGeom prst="rect">
              <a:avLst/>
            </a:prstGeom>
            <a:noFill/>
            <a:ln w="0">
              <a:noFill/>
            </a:ln>
          </p:spPr>
        </p:pic>
      </p:grpSp>
      <p:sp>
        <p:nvSpPr>
          <p:cNvPr id="77" name="PlaceHolder 2"/>
          <p:cNvSpPr>
            <a:spLocks noGrp="1"/>
          </p:cNvSpPr>
          <p:nvPr>
            <p:ph type="title"/>
          </p:nvPr>
        </p:nvSpPr>
        <p:spPr>
          <a:xfrm>
            <a:off x="457200" y="205200"/>
            <a:ext cx="8228160" cy="857520"/>
          </a:xfrm>
          <a:prstGeom prst="rect">
            <a:avLst/>
          </a:prstGeom>
          <a:noFill/>
          <a:ln w="0">
            <a:noFill/>
          </a:ln>
        </p:spPr>
        <p:txBody>
          <a:bodyPr lIns="0" tIns="0" rIns="0" bIns="0" anchor="ctr">
            <a:noAutofit/>
          </a:bodyPr>
          <a:lstStyle/>
          <a:p>
            <a:pPr indent="0" algn="ctr">
              <a:lnSpc>
                <a:spcPct val="100000"/>
              </a:lnSpc>
              <a:buNone/>
              <a:tabLst>
                <a:tab pos="0" algn="l"/>
              </a:tabLst>
            </a:pPr>
            <a:r>
              <a:rPr lang="en-GB" sz="4400" b="0" u="none" strike="noStrike">
                <a:solidFill>
                  <a:srgbClr val="000000"/>
                </a:solidFill>
                <a:effectLst/>
                <a:uFillTx/>
                <a:latin typeface="Arial"/>
              </a:rPr>
              <a:t>Click to edit the title text format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Data Cloud_1_1_3_2">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Quote - Violet_1_1_2_1">
    <p:bg>
      <p:bgPr>
        <a:solidFill>
          <a:schemeClr val="dk2"/>
        </a:solidFill>
        <a:effectLst/>
      </p:bgPr>
    </p:bg>
    <p:spTree>
      <p:nvGrpSpPr>
        <p:cNvPr id="1" name=""/>
        <p:cNvGrpSpPr/>
        <p:nvPr/>
      </p:nvGrpSpPr>
      <p:grpSpPr>
        <a:xfrm>
          <a:off x="0" y="0"/>
          <a:ext cx="0" cy="0"/>
          <a:chOff x="0" y="0"/>
          <a:chExt cx="0" cy="0"/>
        </a:xfrm>
      </p:grpSpPr>
      <p:sp>
        <p:nvSpPr>
          <p:cNvPr id="84"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85" name="Google Shape;193;p21"/>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86" name="Google Shape;194;p21"/>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pic>
        <p:nvPicPr>
          <p:cNvPr id="87" name="Google Shape;195;p21"/>
          <p:cNvPicPr/>
          <p:nvPr/>
        </p:nvPicPr>
        <p:blipFill>
          <a:blip r:embed="rId2">
            <a:alphaModFix amt="27000"/>
          </a:blip>
          <a:srcRect l="21460"/>
          <a:stretch/>
        </p:blipFill>
        <p:spPr>
          <a:xfrm flipH="1">
            <a:off x="7050960" y="1780200"/>
            <a:ext cx="2093040" cy="2903040"/>
          </a:xfrm>
          <a:prstGeom prst="rect">
            <a:avLst/>
          </a:prstGeom>
          <a:noFill/>
          <a:ln w="0">
            <a:noFill/>
          </a:ln>
        </p:spPr>
      </p:pic>
      <p:pic>
        <p:nvPicPr>
          <p:cNvPr id="88" name="Google Shape;196;p21"/>
          <p:cNvPicPr/>
          <p:nvPr/>
        </p:nvPicPr>
        <p:blipFill>
          <a:blip r:embed="rId3"/>
          <a:srcRect l="20776" t="10977"/>
          <a:stretch/>
        </p:blipFill>
        <p:spPr>
          <a:xfrm>
            <a:off x="0" y="0"/>
            <a:ext cx="1317240" cy="1612440"/>
          </a:xfrm>
          <a:prstGeom prst="rect">
            <a:avLst/>
          </a:prstGeom>
          <a:noFill/>
          <a:ln w="0">
            <a:noFill/>
          </a:ln>
        </p:spPr>
      </p:pic>
      <p:sp>
        <p:nvSpPr>
          <p:cNvPr id="89"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90"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Quote - Violet_1_1_2_1_1">
    <p:bg>
      <p:bgPr>
        <a:solidFill>
          <a:schemeClr val="dk2"/>
        </a:solidFill>
        <a:effectLst/>
      </p:bgPr>
    </p:bg>
    <p:spTree>
      <p:nvGrpSpPr>
        <p:cNvPr id="1" name=""/>
        <p:cNvGrpSpPr/>
        <p:nvPr/>
      </p:nvGrpSpPr>
      <p:grpSpPr>
        <a:xfrm>
          <a:off x="0" y="0"/>
          <a:ext cx="0" cy="0"/>
          <a:chOff x="0" y="0"/>
          <a:chExt cx="0" cy="0"/>
        </a:xfrm>
      </p:grpSpPr>
      <p:sp>
        <p:nvSpPr>
          <p:cNvPr id="9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grpSp>
        <p:nvGrpSpPr>
          <p:cNvPr id="92" name="Google Shape;199;p22"/>
          <p:cNvGrpSpPr/>
          <p:nvPr/>
        </p:nvGrpSpPr>
        <p:grpSpPr>
          <a:xfrm>
            <a:off x="0" y="3770280"/>
            <a:ext cx="9141120" cy="1368720"/>
            <a:chOff x="0" y="3770280"/>
            <a:chExt cx="9141120" cy="1368720"/>
          </a:xfrm>
        </p:grpSpPr>
        <p:pic>
          <p:nvPicPr>
            <p:cNvPr id="93" name="Google Shape;200;p22"/>
            <p:cNvPicPr/>
            <p:nvPr/>
          </p:nvPicPr>
          <p:blipFill>
            <a:blip r:embed="rId2">
              <a:alphaModFix amt="72000"/>
            </a:blip>
            <a:stretch/>
          </p:blipFill>
          <p:spPr>
            <a:xfrm>
              <a:off x="0" y="3770280"/>
              <a:ext cx="3043440" cy="1368720"/>
            </a:xfrm>
            <a:prstGeom prst="rect">
              <a:avLst/>
            </a:prstGeom>
            <a:noFill/>
            <a:ln w="0">
              <a:noFill/>
            </a:ln>
          </p:spPr>
        </p:pic>
        <p:pic>
          <p:nvPicPr>
            <p:cNvPr id="94" name="Google Shape;201;p22"/>
            <p:cNvPicPr/>
            <p:nvPr/>
          </p:nvPicPr>
          <p:blipFill>
            <a:blip r:embed="rId3">
              <a:alphaModFix amt="72000"/>
            </a:blip>
            <a:srcRect t="138" b="138"/>
            <a:stretch/>
          </p:blipFill>
          <p:spPr>
            <a:xfrm>
              <a:off x="3051000" y="3770280"/>
              <a:ext cx="3043440" cy="1368720"/>
            </a:xfrm>
            <a:prstGeom prst="rect">
              <a:avLst/>
            </a:prstGeom>
            <a:noFill/>
            <a:ln w="0">
              <a:noFill/>
            </a:ln>
          </p:spPr>
        </p:pic>
        <p:pic>
          <p:nvPicPr>
            <p:cNvPr id="95" name="Google Shape;202;p22"/>
            <p:cNvPicPr/>
            <p:nvPr/>
          </p:nvPicPr>
          <p:blipFill>
            <a:blip r:embed="rId4">
              <a:alphaModFix amt="72000"/>
            </a:blip>
            <a:srcRect t="138" b="138"/>
            <a:stretch/>
          </p:blipFill>
          <p:spPr>
            <a:xfrm>
              <a:off x="6097680" y="3770280"/>
              <a:ext cx="3043440" cy="1368720"/>
            </a:xfrm>
            <a:prstGeom prst="rect">
              <a:avLst/>
            </a:prstGeom>
            <a:noFill/>
            <a:ln w="0">
              <a:noFill/>
            </a:ln>
          </p:spPr>
        </p:pic>
      </p:grpSp>
      <p:sp>
        <p:nvSpPr>
          <p:cNvPr id="96" name="Google Shape;203;p22"/>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97" name="Google Shape;204;p22"/>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98"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99"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sp>
        <p:nvSpPr>
          <p:cNvPr id="100"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01" name="Google Shape;248;p28"/>
          <p:cNvSpPr/>
          <p:nvPr/>
        </p:nvSpPr>
        <p:spPr>
          <a:xfrm>
            <a:off x="0" y="1120320"/>
            <a:ext cx="9141120" cy="402048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FFFFFF"/>
              </a:solidFill>
              <a:effectLst/>
              <a:uFillTx/>
              <a:latin typeface="Arial"/>
            </a:endParaRPr>
          </a:p>
        </p:txBody>
      </p:sp>
      <p:sp>
        <p:nvSpPr>
          <p:cNvPr id="102" name="PlaceHolder 1"/>
          <p:cNvSpPr>
            <a:spLocks noGrp="1"/>
          </p:cNvSpPr>
          <p:nvPr>
            <p:ph type="title"/>
          </p:nvPr>
        </p:nvSpPr>
        <p:spPr>
          <a:xfrm>
            <a:off x="366480" y="274320"/>
            <a:ext cx="8345520" cy="457560"/>
          </a:xfrm>
          <a:prstGeom prst="rect">
            <a:avLst/>
          </a:prstGeom>
          <a:noFill/>
          <a:ln w="0">
            <a:noFill/>
          </a:ln>
        </p:spPr>
        <p:txBody>
          <a:bodyPr lIns="91440" tIns="91440" rIns="91440" bIns="91440" anchor="t">
            <a:sp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03" name="Google Shape;250;p28"/>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04" name="Google Shape;251;p28"/>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05" name="PlaceHolder 2"/>
          <p:cNvSpPr>
            <a:spLocks noGrp="1"/>
          </p:cNvSpPr>
          <p:nvPr>
            <p:ph type="sldNum" idx="5"/>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8EC84266-43A1-4D7D-B9BB-125B59B9308F}" type="slidenum">
              <a:rPr lang="en" sz="600" b="0" u="none" strike="noStrike">
                <a:solidFill>
                  <a:srgbClr val="FFFFFF"/>
                </a:solidFill>
                <a:effectLst/>
                <a:uFillTx/>
                <a:latin typeface="Arial"/>
                <a:ea typeface="Arial"/>
              </a:rPr>
              <a:t>‹#›</a:t>
            </a:fld>
            <a:endParaRPr lang="en-GB" sz="600" b="0" u="none" strike="noStrike">
              <a:solidFill>
                <a:srgbClr val="000000"/>
              </a:solidFill>
              <a:effectLst/>
              <a:uFillTx/>
              <a:latin typeface="Times New Roman"/>
            </a:endParaRPr>
          </a:p>
        </p:txBody>
      </p:sp>
      <p:sp>
        <p:nvSpPr>
          <p:cNvPr id="106" name="Google Shape;253;p28"/>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07"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Quote - Violet_1_1_2_1_1_1">
    <p:bg>
      <p:bgPr>
        <a:solidFill>
          <a:schemeClr val="dk2"/>
        </a:solidFill>
        <a:effectLst/>
      </p:bgPr>
    </p:bg>
    <p:spTree>
      <p:nvGrpSpPr>
        <p:cNvPr id="1" name=""/>
        <p:cNvGrpSpPr/>
        <p:nvPr/>
      </p:nvGrpSpPr>
      <p:grpSpPr>
        <a:xfrm>
          <a:off x="0" y="0"/>
          <a:ext cx="0" cy="0"/>
          <a:chOff x="0" y="0"/>
          <a:chExt cx="0" cy="0"/>
        </a:xfrm>
      </p:grpSpPr>
      <p:sp>
        <p:nvSpPr>
          <p:cNvPr id="10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109" name="Google Shape;207;p23"/>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110" name="Google Shape;208;p23"/>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nvGrpSpPr>
          <p:cNvPr id="111" name="Google Shape;209;p23"/>
          <p:cNvGrpSpPr/>
          <p:nvPr/>
        </p:nvGrpSpPr>
        <p:grpSpPr>
          <a:xfrm>
            <a:off x="2880" y="1803960"/>
            <a:ext cx="9141120" cy="3336480"/>
            <a:chOff x="2880" y="1803960"/>
            <a:chExt cx="9141120" cy="3336480"/>
          </a:xfrm>
        </p:grpSpPr>
        <p:pic>
          <p:nvPicPr>
            <p:cNvPr id="112" name="Google Shape;210;p23"/>
            <p:cNvPicPr/>
            <p:nvPr/>
          </p:nvPicPr>
          <p:blipFill>
            <a:blip r:embed="rId2">
              <a:alphaModFix amt="57000"/>
            </a:blip>
            <a:srcRect l="32574" b="34220"/>
            <a:stretch/>
          </p:blipFill>
          <p:spPr>
            <a:xfrm flipH="1">
              <a:off x="5039640" y="1803960"/>
              <a:ext cx="4104360" cy="3336480"/>
            </a:xfrm>
            <a:prstGeom prst="rect">
              <a:avLst/>
            </a:prstGeom>
            <a:noFill/>
            <a:ln w="0">
              <a:noFill/>
            </a:ln>
          </p:spPr>
        </p:pic>
        <p:pic>
          <p:nvPicPr>
            <p:cNvPr id="113" name="Google Shape;211;p23"/>
            <p:cNvPicPr/>
            <p:nvPr/>
          </p:nvPicPr>
          <p:blipFill>
            <a:blip r:embed="rId3">
              <a:alphaModFix amt="57000"/>
            </a:blip>
            <a:srcRect r="17482" b="34224"/>
            <a:stretch/>
          </p:blipFill>
          <p:spPr>
            <a:xfrm flipH="1">
              <a:off x="2880" y="1803960"/>
              <a:ext cx="5024880" cy="3336480"/>
            </a:xfrm>
            <a:prstGeom prst="rect">
              <a:avLst/>
            </a:prstGeom>
            <a:noFill/>
            <a:ln w="0">
              <a:noFill/>
            </a:ln>
          </p:spPr>
        </p:pic>
      </p:grpSp>
      <p:sp>
        <p:nvSpPr>
          <p:cNvPr id="114"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115"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One Column Layout">
    <p:bg>
      <p:bgPr>
        <a:solidFill>
          <a:schemeClr val="lt1"/>
        </a:solidFill>
        <a:effectLst/>
      </p:bgPr>
    </p:bg>
    <p:spTree>
      <p:nvGrpSpPr>
        <p:cNvPr id="1" name=""/>
        <p:cNvGrpSpPr/>
        <p:nvPr/>
      </p:nvGrpSpPr>
      <p:grpSpPr>
        <a:xfrm>
          <a:off x="0" y="0"/>
          <a:ext cx="0" cy="0"/>
          <a:chOff x="0" y="0"/>
          <a:chExt cx="0" cy="0"/>
        </a:xfrm>
      </p:grpSpPr>
      <p:sp>
        <p:nvSpPr>
          <p:cNvPr id="116"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17" name="PlaceHolder 1"/>
          <p:cNvSpPr>
            <a:spLocks noGrp="1"/>
          </p:cNvSpPr>
          <p:nvPr>
            <p:ph type="body"/>
          </p:nvPr>
        </p:nvSpPr>
        <p:spPr>
          <a:xfrm>
            <a:off x="365760" y="1371600"/>
            <a:ext cx="6258600" cy="253548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118" name="PlaceHolder 2"/>
          <p:cNvSpPr>
            <a:spLocks noGrp="1"/>
          </p:cNvSpPr>
          <p:nvPr>
            <p:ph type="title"/>
          </p:nvPr>
        </p:nvSpPr>
        <p:spPr>
          <a:xfrm>
            <a:off x="365760" y="274320"/>
            <a:ext cx="8318160" cy="457560"/>
          </a:xfrm>
          <a:prstGeom prst="rect">
            <a:avLst/>
          </a:prstGeom>
          <a:noFill/>
          <a:ln w="0">
            <a:noFill/>
          </a:ln>
        </p:spPr>
        <p:txBody>
          <a:bodyPr lIns="91440" tIns="91440" rIns="91440" bIns="91440" anchor="t">
            <a:sp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19" name="PlaceHolder 3"/>
          <p:cNvSpPr>
            <a:spLocks noGrp="1"/>
          </p:cNvSpPr>
          <p:nvPr>
            <p:ph type="sldNum" idx="6"/>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006A37DB-B197-40A1-B9F5-9F25DC482E5E}"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20" name="Google Shape;63;p7"/>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21" name="Google Shape;64;p7"/>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22" name="Google Shape;66;p7"/>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Quote - Violet_1_1_2_1_1_1_1">
    <p:bg>
      <p:bgPr>
        <a:solidFill>
          <a:schemeClr val="dk2"/>
        </a:solidFill>
        <a:effectLst/>
      </p:bgPr>
    </p:bg>
    <p:spTree>
      <p:nvGrpSpPr>
        <p:cNvPr id="1" name=""/>
        <p:cNvGrpSpPr/>
        <p:nvPr/>
      </p:nvGrpSpPr>
      <p:grpSpPr>
        <a:xfrm>
          <a:off x="0" y="0"/>
          <a:ext cx="0" cy="0"/>
          <a:chOff x="0" y="0"/>
          <a:chExt cx="0" cy="0"/>
        </a:xfrm>
      </p:grpSpPr>
      <p:sp>
        <p:nvSpPr>
          <p:cNvPr id="123"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124" name="Google Shape;214;p24"/>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125" name="Google Shape;215;p24"/>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nvGrpSpPr>
          <p:cNvPr id="126" name="Google Shape;216;p24"/>
          <p:cNvGrpSpPr/>
          <p:nvPr/>
        </p:nvGrpSpPr>
        <p:grpSpPr>
          <a:xfrm>
            <a:off x="6431760" y="-6480"/>
            <a:ext cx="2744640" cy="5158800"/>
            <a:chOff x="6431760" y="-6480"/>
            <a:chExt cx="2744640" cy="5158800"/>
          </a:xfrm>
        </p:grpSpPr>
        <p:pic>
          <p:nvPicPr>
            <p:cNvPr id="127" name="Google Shape;217;p24"/>
            <p:cNvPicPr/>
            <p:nvPr/>
          </p:nvPicPr>
          <p:blipFill>
            <a:blip r:embed="rId2">
              <a:alphaModFix amt="58000"/>
            </a:blip>
            <a:srcRect l="37876" t="24688" b="10225"/>
            <a:stretch/>
          </p:blipFill>
          <p:spPr>
            <a:xfrm rot="16200000">
              <a:off x="6233760" y="2221200"/>
              <a:ext cx="3129120" cy="2733120"/>
            </a:xfrm>
            <a:prstGeom prst="rect">
              <a:avLst/>
            </a:prstGeom>
            <a:noFill/>
            <a:ln w="0">
              <a:noFill/>
            </a:ln>
          </p:spPr>
        </p:pic>
        <p:pic>
          <p:nvPicPr>
            <p:cNvPr id="128" name="Google Shape;218;p24"/>
            <p:cNvPicPr/>
            <p:nvPr/>
          </p:nvPicPr>
          <p:blipFill>
            <a:blip r:embed="rId3">
              <a:alphaModFix amt="58000"/>
            </a:blip>
            <a:srcRect t="25252" r="59813" b="9946"/>
            <a:stretch/>
          </p:blipFill>
          <p:spPr>
            <a:xfrm rot="16200000">
              <a:off x="6804720" y="-356040"/>
              <a:ext cx="2021760" cy="2721240"/>
            </a:xfrm>
            <a:prstGeom prst="rect">
              <a:avLst/>
            </a:prstGeom>
            <a:noFill/>
            <a:ln w="0">
              <a:noFill/>
            </a:ln>
          </p:spPr>
        </p:pic>
      </p:grpSp>
      <p:sp>
        <p:nvSpPr>
          <p:cNvPr id="129"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130"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Thank You">
    <p:bg>
      <p:bgPr>
        <a:solidFill>
          <a:schemeClr val="accent1"/>
        </a:solidFill>
        <a:effectLst/>
      </p:bgPr>
    </p:bg>
    <p:spTree>
      <p:nvGrpSpPr>
        <p:cNvPr id="1" name=""/>
        <p:cNvGrpSpPr/>
        <p:nvPr/>
      </p:nvGrpSpPr>
      <p:grpSpPr>
        <a:xfrm>
          <a:off x="0" y="0"/>
          <a:ext cx="0" cy="0"/>
          <a:chOff x="0" y="0"/>
          <a:chExt cx="0" cy="0"/>
        </a:xfrm>
      </p:grpSpPr>
      <p:sp>
        <p:nvSpPr>
          <p:cNvPr id="13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32" name="Google Shape;255;p29"/>
          <p:cNvSpPr/>
          <p:nvPr/>
        </p:nvSpPr>
        <p:spPr>
          <a:xfrm>
            <a:off x="457200" y="4444200"/>
            <a:ext cx="1442160" cy="327600"/>
          </a:xfrm>
          <a:custGeom>
            <a:avLst/>
            <a:gdLst>
              <a:gd name="textAreaLeft" fmla="*/ 0 w 1442160"/>
              <a:gd name="textAreaRight" fmla="*/ 1445040 w 1442160"/>
              <a:gd name="textAreaTop" fmla="*/ 0 h 327600"/>
              <a:gd name="textAreaBottom" fmla="*/ 330480 h 32760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33" name="Google Shape;256;p29"/>
          <p:cNvSpPr/>
          <p:nvPr/>
        </p:nvSpPr>
        <p:spPr>
          <a:xfrm>
            <a:off x="457200" y="486468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34" name="PlaceHolder 1"/>
          <p:cNvSpPr>
            <a:spLocks noGrp="1"/>
          </p:cNvSpPr>
          <p:nvPr>
            <p:ph type="body"/>
          </p:nvPr>
        </p:nvSpPr>
        <p:spPr>
          <a:xfrm>
            <a:off x="365760" y="1886400"/>
            <a:ext cx="7481520" cy="135432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000000"/>
              </a:buClr>
              <a:buSzPct val="45000"/>
              <a:buFont typeface="Wingdings" charset="2"/>
              <a:buChar char=""/>
            </a:pPr>
            <a:r>
              <a:rPr lang="en-GB" sz="52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52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52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52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Seventh Outline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Multi-use layout_1">
    <p:bg>
      <p:bgPr>
        <a:solidFill>
          <a:schemeClr val="lt1"/>
        </a:solidFill>
        <a:effectLst/>
      </p:bgPr>
    </p:bg>
    <p:spTree>
      <p:nvGrpSpPr>
        <p:cNvPr id="1" name=""/>
        <p:cNvGrpSpPr/>
        <p:nvPr/>
      </p:nvGrpSpPr>
      <p:grpSpPr>
        <a:xfrm>
          <a:off x="0" y="0"/>
          <a:ext cx="0" cy="0"/>
          <a:chOff x="0" y="0"/>
          <a:chExt cx="0" cy="0"/>
        </a:xfrm>
      </p:grpSpPr>
      <p:sp>
        <p:nvSpPr>
          <p:cNvPr id="135"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136" name="Google Shape;27;p4"/>
          <p:cNvGrpSpPr/>
          <p:nvPr/>
        </p:nvGrpSpPr>
        <p:grpSpPr>
          <a:xfrm>
            <a:off x="0" y="3762000"/>
            <a:ext cx="9141120" cy="1368720"/>
            <a:chOff x="0" y="3762000"/>
            <a:chExt cx="9141120" cy="1368720"/>
          </a:xfrm>
        </p:grpSpPr>
        <p:pic>
          <p:nvPicPr>
            <p:cNvPr id="137" name="Google Shape;28;p4"/>
            <p:cNvPicPr/>
            <p:nvPr/>
          </p:nvPicPr>
          <p:blipFill>
            <a:blip r:embed="rId2">
              <a:alphaModFix amt="29000"/>
            </a:blip>
            <a:srcRect t="138" b="138"/>
            <a:stretch/>
          </p:blipFill>
          <p:spPr>
            <a:xfrm>
              <a:off x="0" y="3762000"/>
              <a:ext cx="3043440" cy="1368720"/>
            </a:xfrm>
            <a:prstGeom prst="rect">
              <a:avLst/>
            </a:prstGeom>
            <a:noFill/>
            <a:ln w="0">
              <a:noFill/>
            </a:ln>
          </p:spPr>
        </p:pic>
        <p:pic>
          <p:nvPicPr>
            <p:cNvPr id="138" name="Google Shape;29;p4"/>
            <p:cNvPicPr/>
            <p:nvPr/>
          </p:nvPicPr>
          <p:blipFill>
            <a:blip r:embed="rId3">
              <a:alphaModFix amt="29000"/>
            </a:blip>
            <a:srcRect t="138" b="138"/>
            <a:stretch/>
          </p:blipFill>
          <p:spPr>
            <a:xfrm>
              <a:off x="3051000" y="3762000"/>
              <a:ext cx="3043440" cy="1368720"/>
            </a:xfrm>
            <a:prstGeom prst="rect">
              <a:avLst/>
            </a:prstGeom>
            <a:noFill/>
            <a:ln w="0">
              <a:noFill/>
            </a:ln>
          </p:spPr>
        </p:pic>
        <p:pic>
          <p:nvPicPr>
            <p:cNvPr id="139" name="Google Shape;30;p4"/>
            <p:cNvPicPr/>
            <p:nvPr/>
          </p:nvPicPr>
          <p:blipFill>
            <a:blip r:embed="rId4">
              <a:alphaModFix amt="29000"/>
            </a:blip>
            <a:srcRect t="138" b="138"/>
            <a:stretch/>
          </p:blipFill>
          <p:spPr>
            <a:xfrm>
              <a:off x="6097680" y="3762000"/>
              <a:ext cx="3043440" cy="1368720"/>
            </a:xfrm>
            <a:prstGeom prst="rect">
              <a:avLst/>
            </a:prstGeom>
            <a:noFill/>
            <a:ln w="0">
              <a:noFill/>
            </a:ln>
          </p:spPr>
        </p:pic>
      </p:grpSp>
      <p:sp>
        <p:nvSpPr>
          <p:cNvPr id="140" name="PlaceHolder 1"/>
          <p:cNvSpPr>
            <a:spLocks noGrp="1"/>
          </p:cNvSpPr>
          <p:nvPr>
            <p:ph type="sldNum" idx="7"/>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FE33C91-3A39-4C44-8788-8831B2A5D3E6}"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41" name="Google Shape;32;p4"/>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42" name="PlaceHolder 2"/>
          <p:cNvSpPr>
            <a:spLocks noGrp="1"/>
          </p:cNvSpPr>
          <p:nvPr>
            <p:ph type="title"/>
          </p:nvPr>
        </p:nvSpPr>
        <p:spPr>
          <a:xfrm>
            <a:off x="36792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43" name="Google Shape;35;p4"/>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44" name="Google Shape;36;p4"/>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45" name="Google Shape;37;p4"/>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46"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Multi-use layout_1_1">
    <p:bg>
      <p:bgPr>
        <a:solidFill>
          <a:schemeClr val="lt1"/>
        </a:solidFill>
        <a:effectLst/>
      </p:bgPr>
    </p:bg>
    <p:spTree>
      <p:nvGrpSpPr>
        <p:cNvPr id="1" name=""/>
        <p:cNvGrpSpPr/>
        <p:nvPr/>
      </p:nvGrpSpPr>
      <p:grpSpPr>
        <a:xfrm>
          <a:off x="0" y="0"/>
          <a:ext cx="0" cy="0"/>
          <a:chOff x="0" y="0"/>
          <a:chExt cx="0" cy="0"/>
        </a:xfrm>
      </p:grpSpPr>
      <p:sp>
        <p:nvSpPr>
          <p:cNvPr id="147"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148" name="Google Shape;39;p5"/>
          <p:cNvGrpSpPr/>
          <p:nvPr/>
        </p:nvGrpSpPr>
        <p:grpSpPr>
          <a:xfrm>
            <a:off x="0" y="4370400"/>
            <a:ext cx="9141120" cy="770040"/>
            <a:chOff x="0" y="4370400"/>
            <a:chExt cx="9141120" cy="770040"/>
          </a:xfrm>
        </p:grpSpPr>
        <p:pic>
          <p:nvPicPr>
            <p:cNvPr id="149" name="Google Shape;40;p5"/>
            <p:cNvPicPr/>
            <p:nvPr/>
          </p:nvPicPr>
          <p:blipFill>
            <a:blip r:embed="rId2">
              <a:alphaModFix amt="29000"/>
            </a:blip>
            <a:srcRect t="138" b="43623"/>
            <a:stretch/>
          </p:blipFill>
          <p:spPr>
            <a:xfrm>
              <a:off x="0" y="4370400"/>
              <a:ext cx="3043440" cy="770040"/>
            </a:xfrm>
            <a:prstGeom prst="rect">
              <a:avLst/>
            </a:prstGeom>
            <a:noFill/>
            <a:ln w="0">
              <a:noFill/>
            </a:ln>
          </p:spPr>
        </p:pic>
        <p:pic>
          <p:nvPicPr>
            <p:cNvPr id="150" name="Google Shape;41;p5"/>
            <p:cNvPicPr/>
            <p:nvPr/>
          </p:nvPicPr>
          <p:blipFill>
            <a:blip r:embed="rId3">
              <a:alphaModFix amt="29000"/>
            </a:blip>
            <a:srcRect t="138" b="43623"/>
            <a:stretch/>
          </p:blipFill>
          <p:spPr>
            <a:xfrm>
              <a:off x="3051000" y="4370400"/>
              <a:ext cx="3043440" cy="770040"/>
            </a:xfrm>
            <a:prstGeom prst="rect">
              <a:avLst/>
            </a:prstGeom>
            <a:noFill/>
            <a:ln w="0">
              <a:noFill/>
            </a:ln>
          </p:spPr>
        </p:pic>
        <p:pic>
          <p:nvPicPr>
            <p:cNvPr id="151" name="Google Shape;42;p5"/>
            <p:cNvPicPr/>
            <p:nvPr/>
          </p:nvPicPr>
          <p:blipFill>
            <a:blip r:embed="rId4">
              <a:alphaModFix amt="29000"/>
            </a:blip>
            <a:srcRect t="138" b="43623"/>
            <a:stretch/>
          </p:blipFill>
          <p:spPr>
            <a:xfrm>
              <a:off x="6097680" y="4370400"/>
              <a:ext cx="3043440" cy="770040"/>
            </a:xfrm>
            <a:prstGeom prst="rect">
              <a:avLst/>
            </a:prstGeom>
            <a:noFill/>
            <a:ln w="0">
              <a:noFill/>
            </a:ln>
          </p:spPr>
        </p:pic>
      </p:grpSp>
      <p:sp>
        <p:nvSpPr>
          <p:cNvPr id="152" name="PlaceHolder 1"/>
          <p:cNvSpPr>
            <a:spLocks noGrp="1"/>
          </p:cNvSpPr>
          <p:nvPr>
            <p:ph type="sldNum" idx="8"/>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E88EF71F-1C86-45D4-B33D-E867BB467DB2}"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53" name="Google Shape;44;p5"/>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54" name="PlaceHolder 2"/>
          <p:cNvSpPr>
            <a:spLocks noGrp="1"/>
          </p:cNvSpPr>
          <p:nvPr>
            <p:ph type="title"/>
          </p:nvPr>
        </p:nvSpPr>
        <p:spPr>
          <a:xfrm>
            <a:off x="36792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55" name="Google Shape;47;p5"/>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56" name="Google Shape;48;p5"/>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57" name="Google Shape;49;p5"/>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58"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Multi-use layout_1_1_1">
    <p:bg>
      <p:bgPr>
        <a:solidFill>
          <a:schemeClr val="lt1"/>
        </a:solidFill>
        <a:effectLst/>
      </p:bgPr>
    </p:bg>
    <p:spTree>
      <p:nvGrpSpPr>
        <p:cNvPr id="1" name=""/>
        <p:cNvGrpSpPr/>
        <p:nvPr/>
      </p:nvGrpSpPr>
      <p:grpSpPr>
        <a:xfrm>
          <a:off x="0" y="0"/>
          <a:ext cx="0" cy="0"/>
          <a:chOff x="0" y="0"/>
          <a:chExt cx="0" cy="0"/>
        </a:xfrm>
      </p:grpSpPr>
      <p:sp>
        <p:nvSpPr>
          <p:cNvPr id="15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pic>
        <p:nvPicPr>
          <p:cNvPr id="160" name="Google Shape;51;p6"/>
          <p:cNvPicPr/>
          <p:nvPr/>
        </p:nvPicPr>
        <p:blipFill>
          <a:blip r:embed="rId2"/>
          <a:srcRect l="22822"/>
          <a:stretch/>
        </p:blipFill>
        <p:spPr>
          <a:xfrm flipH="1">
            <a:off x="7785360" y="2935800"/>
            <a:ext cx="1365120" cy="1928520"/>
          </a:xfrm>
          <a:prstGeom prst="rect">
            <a:avLst/>
          </a:prstGeom>
          <a:noFill/>
          <a:ln w="0">
            <a:noFill/>
          </a:ln>
        </p:spPr>
      </p:pic>
      <p:sp>
        <p:nvSpPr>
          <p:cNvPr id="161" name="PlaceHolder 1"/>
          <p:cNvSpPr>
            <a:spLocks noGrp="1"/>
          </p:cNvSpPr>
          <p:nvPr>
            <p:ph type="sldNum" idx="9"/>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C8E8A9E-2AF1-4C6A-81A4-A787D0F0DB05}"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62" name="Google Shape;53;p6"/>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63" name="PlaceHolder 2"/>
          <p:cNvSpPr>
            <a:spLocks noGrp="1"/>
          </p:cNvSpPr>
          <p:nvPr>
            <p:ph type="title"/>
          </p:nvPr>
        </p:nvSpPr>
        <p:spPr>
          <a:xfrm>
            <a:off x="36792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64" name="Google Shape;56;p6"/>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65" name="Google Shape;57;p6"/>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66" name="Google Shape;58;p6"/>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67"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Agenda">
    <p:bg>
      <p:bgPr>
        <a:solidFill>
          <a:schemeClr val="lt1"/>
        </a:solidFill>
        <a:effectLst/>
      </p:bgPr>
    </p:bg>
    <p:spTree>
      <p:nvGrpSpPr>
        <p:cNvPr id="1" name=""/>
        <p:cNvGrpSpPr/>
        <p:nvPr/>
      </p:nvGrpSpPr>
      <p:grpSpPr>
        <a:xfrm>
          <a:off x="0" y="0"/>
          <a:ext cx="0" cy="0"/>
          <a:chOff x="0" y="0"/>
          <a:chExt cx="0" cy="0"/>
        </a:xfrm>
      </p:grpSpPr>
      <p:sp>
        <p:nvSpPr>
          <p:cNvPr id="16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69" name="Google Shape;98;p11"/>
          <p:cNvSpPr/>
          <p:nvPr/>
        </p:nvSpPr>
        <p:spPr>
          <a:xfrm>
            <a:off x="2291760" y="0"/>
            <a:ext cx="6849360" cy="514080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FFFFFF"/>
              </a:solidFill>
              <a:effectLst/>
              <a:uFillTx/>
              <a:latin typeface="Arial"/>
            </a:endParaRPr>
          </a:p>
        </p:txBody>
      </p:sp>
      <p:sp>
        <p:nvSpPr>
          <p:cNvPr id="170" name="PlaceHolder 1"/>
          <p:cNvSpPr>
            <a:spLocks noGrp="1"/>
          </p:cNvSpPr>
          <p:nvPr>
            <p:ph type="body"/>
          </p:nvPr>
        </p:nvSpPr>
        <p:spPr>
          <a:xfrm>
            <a:off x="365760" y="274320"/>
            <a:ext cx="1923120" cy="682920"/>
          </a:xfrm>
          <a:prstGeom prst="rect">
            <a:avLst/>
          </a:prstGeom>
          <a:noFill/>
          <a:ln w="0">
            <a:noFill/>
          </a:ln>
        </p:spPr>
        <p:txBody>
          <a:bodyPr lIns="91440" tIns="91440" rIns="91440" bIns="91440" anchor="t">
            <a:noAutofit/>
          </a:bodyPr>
          <a:lstStyle/>
          <a:p>
            <a:pPr marL="432000" indent="-324000">
              <a:lnSpc>
                <a:spcPct val="100000"/>
              </a:lnSpc>
              <a:spcBef>
                <a:spcPts val="1417"/>
              </a:spcBef>
              <a:buClr>
                <a:srgbClr val="000000"/>
              </a:buClr>
              <a:buSzPct val="45000"/>
              <a:buFont typeface="Wingdings" charset="2"/>
              <a:buChar char=""/>
            </a:pPr>
            <a:r>
              <a:rPr lang="en-GB" sz="26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26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26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26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Seventh Outline Level</a:t>
            </a:r>
          </a:p>
        </p:txBody>
      </p:sp>
      <p:sp>
        <p:nvSpPr>
          <p:cNvPr id="171" name="PlaceHolder 2"/>
          <p:cNvSpPr>
            <a:spLocks noGrp="1"/>
          </p:cNvSpPr>
          <p:nvPr>
            <p:ph type="sldNum" idx="10"/>
          </p:nvPr>
        </p:nvSpPr>
        <p:spPr>
          <a:xfrm>
            <a:off x="8229600" y="486252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EFEFEF"/>
                </a:solidFill>
                <a:effectLst/>
                <a:uFillTx/>
                <a:latin typeface="Arial"/>
                <a:ea typeface="Arial"/>
              </a:defRPr>
            </a:lvl1pPr>
          </a:lstStyle>
          <a:p>
            <a:pPr indent="0" algn="r">
              <a:lnSpc>
                <a:spcPct val="100000"/>
              </a:lnSpc>
              <a:buNone/>
              <a:tabLst>
                <a:tab pos="0" algn="l"/>
              </a:tabLst>
            </a:pPr>
            <a:fld id="{90117CA7-8FF6-4D22-B8B8-334C21E77CD6}" type="slidenum">
              <a:rPr lang="en" sz="600" b="0" u="none" strike="noStrike">
                <a:solidFill>
                  <a:srgbClr val="EFEFEF"/>
                </a:solidFill>
                <a:effectLst/>
                <a:uFillTx/>
                <a:latin typeface="Arial"/>
                <a:ea typeface="Arial"/>
              </a:rPr>
              <a:t>‹#›</a:t>
            </a:fld>
            <a:endParaRPr lang="en-GB" sz="600" b="0" u="none" strike="noStrike">
              <a:solidFill>
                <a:srgbClr val="000000"/>
              </a:solidFill>
              <a:effectLst/>
              <a:uFillTx/>
              <a:latin typeface="Times New Roman"/>
            </a:endParaRPr>
          </a:p>
        </p:txBody>
      </p:sp>
      <p:sp>
        <p:nvSpPr>
          <p:cNvPr id="172" name="Google Shape;101;p11"/>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73" name="Google Shape;102;p11"/>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74" name="PlaceHolder 3"/>
          <p:cNvSpPr>
            <a:spLocks noGrp="1"/>
          </p:cNvSpPr>
          <p:nvPr>
            <p:ph type="body"/>
          </p:nvPr>
        </p:nvSpPr>
        <p:spPr>
          <a:xfrm>
            <a:off x="2961360" y="914400"/>
            <a:ext cx="5722560" cy="3769200"/>
          </a:xfrm>
          <a:prstGeom prst="rect">
            <a:avLst/>
          </a:prstGeom>
          <a:noFill/>
          <a:ln w="0">
            <a:noFill/>
          </a:ln>
        </p:spPr>
        <p:txBody>
          <a:bodyPr lIns="91440" tIns="91440" rIns="91440" bIns="91440" anchor="ctr">
            <a:no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175" name="Google Shape;104;p11"/>
          <p:cNvSpPr/>
          <p:nvPr/>
        </p:nvSpPr>
        <p:spPr>
          <a:xfrm>
            <a:off x="6369120" y="228600"/>
            <a:ext cx="1319400" cy="1411920"/>
          </a:xfrm>
          <a:custGeom>
            <a:avLst/>
            <a:gdLst>
              <a:gd name="textAreaLeft" fmla="*/ 0 w 1319400"/>
              <a:gd name="textAreaRight" fmla="*/ 1322280 w 1319400"/>
              <a:gd name="textAreaTop" fmla="*/ 0 h 1411920"/>
              <a:gd name="textAreaBottom" fmla="*/ 1414800 h 1411920"/>
            </a:gdLst>
            <a:ahLst/>
            <a:cxnLst/>
            <a:rect l="textAreaLeft" t="textAreaTop" r="textAreaRight" b="textAreaBottom"/>
            <a:pathLst>
              <a:path w="1950" h="2085">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12000"/>
            </a:srgbClr>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76" name="Google Shape;105;p11"/>
          <p:cNvSpPr/>
          <p:nvPr/>
        </p:nvSpPr>
        <p:spPr>
          <a:xfrm>
            <a:off x="2295000" y="2766960"/>
            <a:ext cx="2769120" cy="2369160"/>
          </a:xfrm>
          <a:custGeom>
            <a:avLst/>
            <a:gdLst>
              <a:gd name="textAreaLeft" fmla="*/ 0 w 2769120"/>
              <a:gd name="textAreaRight" fmla="*/ 2772000 w 2769120"/>
              <a:gd name="textAreaTop" fmla="*/ 0 h 2369160"/>
              <a:gd name="textAreaBottom" fmla="*/ 2372040 h 2369160"/>
            </a:gdLst>
            <a:ahLst/>
            <a:cxnLst/>
            <a:rect l="textAreaLeft" t="textAreaTop" r="textAreaRight" b="textAreaBottom"/>
            <a:pathLst>
              <a:path w="4248542" h="3635375">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12000"/>
            </a:srgbClr>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177" name="Google Shape;106;p11"/>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pic>
        <p:nvPicPr>
          <p:cNvPr id="178" name="Google Shape;107;p11"/>
          <p:cNvPicPr/>
          <p:nvPr/>
        </p:nvPicPr>
        <p:blipFill>
          <a:blip r:embed="rId2"/>
          <a:srcRect l="16748"/>
          <a:stretch/>
        </p:blipFill>
        <p:spPr>
          <a:xfrm rot="10800000">
            <a:off x="7341120" y="642960"/>
            <a:ext cx="1802880" cy="2367000"/>
          </a:xfrm>
          <a:prstGeom prst="rect">
            <a:avLst/>
          </a:prstGeom>
          <a:noFill/>
          <a:ln w="0">
            <a:noFill/>
          </a:ln>
        </p:spPr>
      </p:pic>
      <p:sp>
        <p:nvSpPr>
          <p:cNvPr id="179" name="PlaceHolder 4"/>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Data Cloud_1_1_2">
    <p:bg>
      <p:bgPr>
        <a:solidFill>
          <a:schemeClr val="accent1"/>
        </a:solidFill>
        <a:effectLst/>
      </p:bgPr>
    </p:bg>
    <p:spTree>
      <p:nvGrpSpPr>
        <p:cNvPr id="1" name=""/>
        <p:cNvGrpSpPr/>
        <p:nvPr/>
      </p:nvGrpSpPr>
      <p:grpSpPr>
        <a:xfrm>
          <a:off x="0" y="0"/>
          <a:ext cx="0" cy="0"/>
          <a:chOff x="0" y="0"/>
          <a:chExt cx="0" cy="0"/>
        </a:xfrm>
      </p:grpSpPr>
      <p:sp>
        <p:nvSpPr>
          <p:cNvPr id="180"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81" name="Google Shape;169;p18"/>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82" name="PlaceHolder 1"/>
          <p:cNvSpPr>
            <a:spLocks noGrp="1"/>
          </p:cNvSpPr>
          <p:nvPr>
            <p:ph type="title"/>
          </p:nvPr>
        </p:nvSpPr>
        <p:spPr>
          <a:xfrm>
            <a:off x="366480" y="1188720"/>
            <a:ext cx="740592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183" name="PlaceHolder 2"/>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184" name="PlaceHolder 3"/>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185" name="Google Shape;173;p18"/>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86" name="PlaceHolder 4"/>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One Column Layout_1">
    <p:bg>
      <p:bgPr>
        <a:solidFill>
          <a:schemeClr val="lt1"/>
        </a:solidFill>
        <a:effectLst/>
      </p:bgPr>
    </p:bg>
    <p:spTree>
      <p:nvGrpSpPr>
        <p:cNvPr id="1" name=""/>
        <p:cNvGrpSpPr/>
        <p:nvPr/>
      </p:nvGrpSpPr>
      <p:grpSpPr>
        <a:xfrm>
          <a:off x="0" y="0"/>
          <a:ext cx="0" cy="0"/>
          <a:chOff x="0" y="0"/>
          <a:chExt cx="0" cy="0"/>
        </a:xfrm>
      </p:grpSpPr>
      <p:sp>
        <p:nvSpPr>
          <p:cNvPr id="187"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88" name="PlaceHolder 1"/>
          <p:cNvSpPr>
            <a:spLocks noGrp="1"/>
          </p:cNvSpPr>
          <p:nvPr>
            <p:ph type="title"/>
          </p:nvPr>
        </p:nvSpPr>
        <p:spPr>
          <a:xfrm>
            <a:off x="365760" y="274320"/>
            <a:ext cx="8345520" cy="457560"/>
          </a:xfrm>
          <a:prstGeom prst="rect">
            <a:avLst/>
          </a:prstGeom>
          <a:noFill/>
          <a:ln w="0">
            <a:noFill/>
          </a:ln>
        </p:spPr>
        <p:txBody>
          <a:bodyPr lIns="91440" tIns="91440" rIns="91440" bIns="91440" anchor="t">
            <a:sp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89" name="PlaceHolder 2"/>
          <p:cNvSpPr>
            <a:spLocks noGrp="1"/>
          </p:cNvSpPr>
          <p:nvPr>
            <p:ph type="body"/>
          </p:nvPr>
        </p:nvSpPr>
        <p:spPr>
          <a:xfrm>
            <a:off x="365760" y="1371600"/>
            <a:ext cx="4157640" cy="36327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190" name="PlaceHolder 3"/>
          <p:cNvSpPr>
            <a:spLocks noGrp="1"/>
          </p:cNvSpPr>
          <p:nvPr>
            <p:ph type="body"/>
          </p:nvPr>
        </p:nvSpPr>
        <p:spPr>
          <a:xfrm>
            <a:off x="4617720" y="1371600"/>
            <a:ext cx="4157640" cy="36327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191" name="PlaceHolder 4"/>
          <p:cNvSpPr>
            <a:spLocks noGrp="1"/>
          </p:cNvSpPr>
          <p:nvPr>
            <p:ph type="sldNum" idx="11"/>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10CDCF56-2DB4-477F-90E9-3E3E7EE378A5}"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92" name="Google Shape;72;p8"/>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93" name="Google Shape;73;p8"/>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94" name="Google Shape;75;p8"/>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One Column Layout_1_1">
    <p:bg>
      <p:bgPr>
        <a:solidFill>
          <a:schemeClr val="lt1"/>
        </a:solidFill>
        <a:effectLst/>
      </p:bgPr>
    </p:bg>
    <p:spTree>
      <p:nvGrpSpPr>
        <p:cNvPr id="1" name=""/>
        <p:cNvGrpSpPr/>
        <p:nvPr/>
      </p:nvGrpSpPr>
      <p:grpSpPr>
        <a:xfrm>
          <a:off x="0" y="0"/>
          <a:ext cx="0" cy="0"/>
          <a:chOff x="0" y="0"/>
          <a:chExt cx="0" cy="0"/>
        </a:xfrm>
      </p:grpSpPr>
      <p:sp>
        <p:nvSpPr>
          <p:cNvPr id="195"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96" name="PlaceHolder 1"/>
          <p:cNvSpPr>
            <a:spLocks noGrp="1"/>
          </p:cNvSpPr>
          <p:nvPr>
            <p:ph type="title"/>
          </p:nvPr>
        </p:nvSpPr>
        <p:spPr>
          <a:xfrm>
            <a:off x="365760" y="274320"/>
            <a:ext cx="835488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97" name="PlaceHolder 2"/>
          <p:cNvSpPr>
            <a:spLocks noGrp="1"/>
          </p:cNvSpPr>
          <p:nvPr>
            <p:ph type="body"/>
          </p:nvPr>
        </p:nvSpPr>
        <p:spPr>
          <a:xfrm>
            <a:off x="365760" y="1371600"/>
            <a:ext cx="2694600" cy="1625148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198" name="PlaceHolder 3"/>
          <p:cNvSpPr>
            <a:spLocks noGrp="1"/>
          </p:cNvSpPr>
          <p:nvPr>
            <p:ph type="body"/>
          </p:nvPr>
        </p:nvSpPr>
        <p:spPr>
          <a:xfrm>
            <a:off x="3169080" y="1371600"/>
            <a:ext cx="2694600" cy="1625148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199" name="PlaceHolder 4"/>
          <p:cNvSpPr>
            <a:spLocks noGrp="1"/>
          </p:cNvSpPr>
          <p:nvPr>
            <p:ph type="body"/>
          </p:nvPr>
        </p:nvSpPr>
        <p:spPr>
          <a:xfrm>
            <a:off x="6127920" y="1371600"/>
            <a:ext cx="2694600" cy="1625148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00" name="PlaceHolder 5"/>
          <p:cNvSpPr>
            <a:spLocks noGrp="1"/>
          </p:cNvSpPr>
          <p:nvPr>
            <p:ph type="sldNum" idx="12"/>
          </p:nvPr>
        </p:nvSpPr>
        <p:spPr>
          <a:xfrm>
            <a:off x="8229600" y="486252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D046081F-A883-4830-B000-603A3E5249FB}"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01" name="Google Shape;82;p9"/>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02" name="Google Shape;83;p9"/>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03" name="Google Shape;85;p9"/>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1_Data Cloud_1_1_2">
    <p:bg>
      <p:bgPr>
        <a:solidFill>
          <a:schemeClr val="accent1"/>
        </a:solidFill>
        <a:effectLst/>
      </p:bgPr>
    </p:bg>
    <p:spTree>
      <p:nvGrpSpPr>
        <p:cNvPr id="1" name=""/>
        <p:cNvGrpSpPr/>
        <p:nvPr/>
      </p:nvGrpSpPr>
      <p:grpSpPr>
        <a:xfrm>
          <a:off x="0" y="0"/>
          <a:ext cx="0" cy="0"/>
          <a:chOff x="0" y="0"/>
          <a:chExt cx="0" cy="0"/>
        </a:xfrm>
      </p:grpSpPr>
      <p:sp>
        <p:nvSpPr>
          <p:cNvPr id="204"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05" name="Google Shape;169;p18"/>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06" name="PlaceHolder 1"/>
          <p:cNvSpPr>
            <a:spLocks noGrp="1"/>
          </p:cNvSpPr>
          <p:nvPr>
            <p:ph type="title"/>
          </p:nvPr>
        </p:nvSpPr>
        <p:spPr>
          <a:xfrm>
            <a:off x="366480" y="1188720"/>
            <a:ext cx="740592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207" name="PlaceHolder 2"/>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208" name="PlaceHolder 3"/>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209" name="Google Shape;173;p18"/>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GB" sz="1400" b="0" u="none" strike="noStrike">
              <a:solidFill>
                <a:srgbClr val="000000"/>
              </a:solidFill>
              <a:effectLst/>
              <a:uFillTx/>
              <a:latin typeface="Arial"/>
            </a:endParaRPr>
          </a:p>
        </p:txBody>
      </p:sp>
      <p:sp>
        <p:nvSpPr>
          <p:cNvPr id="210" name="PlaceHolder 4"/>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One Column Layout_1_1_1">
    <p:bg>
      <p:bgPr>
        <a:solidFill>
          <a:schemeClr val="lt1"/>
        </a:solidFill>
        <a:effectLst/>
      </p:bgPr>
    </p:bg>
    <p:spTree>
      <p:nvGrpSpPr>
        <p:cNvPr id="1" name=""/>
        <p:cNvGrpSpPr/>
        <p:nvPr/>
      </p:nvGrpSpPr>
      <p:grpSpPr>
        <a:xfrm>
          <a:off x="0" y="0"/>
          <a:ext cx="0" cy="0"/>
          <a:chOff x="0" y="0"/>
          <a:chExt cx="0" cy="0"/>
        </a:xfrm>
      </p:grpSpPr>
      <p:sp>
        <p:nvSpPr>
          <p:cNvPr id="21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12" name="Google Shape;87;p10"/>
          <p:cNvSpPr/>
          <p:nvPr/>
        </p:nvSpPr>
        <p:spPr>
          <a:xfrm>
            <a:off x="457200" y="484668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13" name="PlaceHolder 1"/>
          <p:cNvSpPr>
            <a:spLocks noGrp="1"/>
          </p:cNvSpPr>
          <p:nvPr>
            <p:ph type="sldNum" idx="13"/>
          </p:nvPr>
        </p:nvSpPr>
        <p:spPr>
          <a:xfrm>
            <a:off x="8229600" y="486252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86B6385A-8CA6-43E2-A84F-F0405C6DB138}"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14" name="PlaceHolder 2"/>
          <p:cNvSpPr>
            <a:spLocks noGrp="1"/>
          </p:cNvSpPr>
          <p:nvPr>
            <p:ph type="title"/>
          </p:nvPr>
        </p:nvSpPr>
        <p:spPr>
          <a:xfrm>
            <a:off x="365760" y="274320"/>
            <a:ext cx="83455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215" name="PlaceHolder 3"/>
          <p:cNvSpPr>
            <a:spLocks noGrp="1"/>
          </p:cNvSpPr>
          <p:nvPr>
            <p:ph type="body"/>
          </p:nvPr>
        </p:nvSpPr>
        <p:spPr>
          <a:xfrm>
            <a:off x="365760" y="1371600"/>
            <a:ext cx="1917360" cy="25578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16" name="PlaceHolder 4"/>
          <p:cNvSpPr>
            <a:spLocks noGrp="1"/>
          </p:cNvSpPr>
          <p:nvPr>
            <p:ph type="body"/>
          </p:nvPr>
        </p:nvSpPr>
        <p:spPr>
          <a:xfrm>
            <a:off x="2459520" y="1371600"/>
            <a:ext cx="1917360" cy="25578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17" name="PlaceHolder 5"/>
          <p:cNvSpPr>
            <a:spLocks noGrp="1"/>
          </p:cNvSpPr>
          <p:nvPr>
            <p:ph type="body"/>
          </p:nvPr>
        </p:nvSpPr>
        <p:spPr>
          <a:xfrm>
            <a:off x="4673160" y="1371600"/>
            <a:ext cx="1917360" cy="25578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18" name="PlaceHolder 6"/>
          <p:cNvSpPr>
            <a:spLocks noGrp="1"/>
          </p:cNvSpPr>
          <p:nvPr>
            <p:ph type="body"/>
          </p:nvPr>
        </p:nvSpPr>
        <p:spPr>
          <a:xfrm>
            <a:off x="6887160" y="1371600"/>
            <a:ext cx="1917360" cy="25578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19" name="Google Shape;94;p10"/>
          <p:cNvSpPr/>
          <p:nvPr/>
        </p:nvSpPr>
        <p:spPr>
          <a:xfrm>
            <a:off x="660600" y="4867200"/>
            <a:ext cx="147060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20" name="Google Shape;96;p10"/>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Multi-use layout">
    <p:bg>
      <p:bgPr>
        <a:solidFill>
          <a:schemeClr val="lt1"/>
        </a:solidFill>
        <a:effectLst/>
      </p:bgPr>
    </p:bg>
    <p:spTree>
      <p:nvGrpSpPr>
        <p:cNvPr id="1" name=""/>
        <p:cNvGrpSpPr/>
        <p:nvPr/>
      </p:nvGrpSpPr>
      <p:grpSpPr>
        <a:xfrm>
          <a:off x="0" y="0"/>
          <a:ext cx="0" cy="0"/>
          <a:chOff x="0" y="0"/>
          <a:chExt cx="0" cy="0"/>
        </a:xfrm>
      </p:grpSpPr>
      <p:sp>
        <p:nvSpPr>
          <p:cNvPr id="22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22" name="PlaceHolder 1"/>
          <p:cNvSpPr>
            <a:spLocks noGrp="1"/>
          </p:cNvSpPr>
          <p:nvPr>
            <p:ph type="sldNum" idx="14"/>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AE522573-B6C9-4756-892C-6BADFB6C95B2}"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23" name="Google Shape;12;p2"/>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24" name="Google Shape;14;p2"/>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25" name="Google Shape;15;p2"/>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26" name="Google Shape;16;p2"/>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27" name="PlaceHolder 2"/>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228"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Agenda_1">
    <p:bg>
      <p:bgPr>
        <a:solidFill>
          <a:schemeClr val="lt1"/>
        </a:solidFill>
        <a:effectLst/>
      </p:bgPr>
    </p:bg>
    <p:spTree>
      <p:nvGrpSpPr>
        <p:cNvPr id="1" name=""/>
        <p:cNvGrpSpPr/>
        <p:nvPr/>
      </p:nvGrpSpPr>
      <p:grpSpPr>
        <a:xfrm>
          <a:off x="0" y="0"/>
          <a:ext cx="0" cy="0"/>
          <a:chOff x="0" y="0"/>
          <a:chExt cx="0" cy="0"/>
        </a:xfrm>
      </p:grpSpPr>
      <p:sp>
        <p:nvSpPr>
          <p:cNvPr id="22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30" name="Google Shape;109;p12"/>
          <p:cNvSpPr/>
          <p:nvPr/>
        </p:nvSpPr>
        <p:spPr>
          <a:xfrm flipH="1">
            <a:off x="-3600" y="0"/>
            <a:ext cx="2740320" cy="514080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FFFFFF"/>
              </a:solidFill>
              <a:effectLst/>
              <a:uFillTx/>
              <a:latin typeface="Arial"/>
            </a:endParaRPr>
          </a:p>
        </p:txBody>
      </p:sp>
      <p:sp>
        <p:nvSpPr>
          <p:cNvPr id="231" name="PlaceHolder 1"/>
          <p:cNvSpPr>
            <a:spLocks noGrp="1"/>
          </p:cNvSpPr>
          <p:nvPr>
            <p:ph type="body"/>
          </p:nvPr>
        </p:nvSpPr>
        <p:spPr>
          <a:xfrm>
            <a:off x="365760" y="274320"/>
            <a:ext cx="2373840" cy="682920"/>
          </a:xfrm>
          <a:prstGeom prst="rect">
            <a:avLst/>
          </a:prstGeom>
          <a:noFill/>
          <a:ln w="0">
            <a:noFill/>
          </a:ln>
        </p:spPr>
        <p:txBody>
          <a:bodyPr lIns="91440" tIns="91440" rIns="91440" bIns="91440" anchor="t">
            <a:noAutofit/>
          </a:bodyPr>
          <a:lstStyle/>
          <a:p>
            <a:pPr marL="432000" indent="-324000">
              <a:lnSpc>
                <a:spcPct val="100000"/>
              </a:lnSpc>
              <a:spcBef>
                <a:spcPts val="1417"/>
              </a:spcBef>
              <a:buClr>
                <a:srgbClr val="000000"/>
              </a:buClr>
              <a:buSzPct val="45000"/>
              <a:buFont typeface="Wingdings" charset="2"/>
              <a:buChar char=""/>
            </a:pPr>
            <a:r>
              <a:rPr lang="en-GB" sz="26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26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26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26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Seventh Outline Level</a:t>
            </a:r>
          </a:p>
        </p:txBody>
      </p:sp>
      <p:sp>
        <p:nvSpPr>
          <p:cNvPr id="232" name="PlaceHolder 2"/>
          <p:cNvSpPr>
            <a:spLocks noGrp="1"/>
          </p:cNvSpPr>
          <p:nvPr>
            <p:ph type="sldNum" idx="15"/>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8B6AEBC9-8519-480C-8023-792AE0E5AAE0}"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33" name="Google Shape;112;p12"/>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34" name="Google Shape;113;p12"/>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FFFFFF"/>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35" name="PlaceHolder 3"/>
          <p:cNvSpPr>
            <a:spLocks noGrp="1"/>
          </p:cNvSpPr>
          <p:nvPr>
            <p:ph type="body"/>
          </p:nvPr>
        </p:nvSpPr>
        <p:spPr>
          <a:xfrm>
            <a:off x="365760" y="1291680"/>
            <a:ext cx="2207520" cy="2557440"/>
          </a:xfrm>
          <a:prstGeom prst="rect">
            <a:avLst/>
          </a:prstGeom>
          <a:noFill/>
          <a:ln w="0">
            <a:noFill/>
          </a:ln>
        </p:spPr>
        <p:txBody>
          <a:bodyPr lIns="91440" tIns="91440" rIns="91440" bIns="91440" anchor="ctr">
            <a:noAutofit/>
          </a:bodyPr>
          <a:lstStyle/>
          <a:p>
            <a:pPr marL="432000" indent="-324000">
              <a:lnSpc>
                <a:spcPct val="100000"/>
              </a:lnSpc>
              <a:spcBef>
                <a:spcPts val="1417"/>
              </a:spcBef>
              <a:buClr>
                <a:srgbClr val="000000"/>
              </a:buClr>
              <a:buSzPct val="45000"/>
              <a:buFont typeface="Wingdings" charset="2"/>
              <a:buChar char=""/>
            </a:pPr>
            <a:r>
              <a:rPr lang="en-GB" sz="12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2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2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2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Seventh Outline Level</a:t>
            </a:r>
          </a:p>
        </p:txBody>
      </p:sp>
      <p:sp>
        <p:nvSpPr>
          <p:cNvPr id="236" name="Google Shape;115;p12"/>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37" name="PlaceHolder 4"/>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Split Layout">
    <p:bg>
      <p:bgPr>
        <a:solidFill>
          <a:schemeClr val="lt1"/>
        </a:solidFill>
        <a:effectLst/>
      </p:bgPr>
    </p:bg>
    <p:spTree>
      <p:nvGrpSpPr>
        <p:cNvPr id="1" name=""/>
        <p:cNvGrpSpPr/>
        <p:nvPr/>
      </p:nvGrpSpPr>
      <p:grpSpPr>
        <a:xfrm>
          <a:off x="0" y="0"/>
          <a:ext cx="0" cy="0"/>
          <a:chOff x="0" y="0"/>
          <a:chExt cx="0" cy="0"/>
        </a:xfrm>
      </p:grpSpPr>
      <p:sp>
        <p:nvSpPr>
          <p:cNvPr id="23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39" name="Google Shape;117;p13"/>
          <p:cNvSpPr/>
          <p:nvPr/>
        </p:nvSpPr>
        <p:spPr>
          <a:xfrm>
            <a:off x="4572000" y="0"/>
            <a:ext cx="4569120" cy="51408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240" name="Google Shape;118;p13"/>
          <p:cNvSpPr/>
          <p:nvPr/>
        </p:nvSpPr>
        <p:spPr>
          <a:xfrm>
            <a:off x="6024600" y="257040"/>
            <a:ext cx="1485360" cy="1589040"/>
          </a:xfrm>
          <a:custGeom>
            <a:avLst/>
            <a:gdLst>
              <a:gd name="textAreaLeft" fmla="*/ 0 w 1485360"/>
              <a:gd name="textAreaRight" fmla="*/ 1488240 w 1485360"/>
              <a:gd name="textAreaTop" fmla="*/ 0 h 1589040"/>
              <a:gd name="textAreaBottom" fmla="*/ 1591920 h 1589040"/>
            </a:gdLst>
            <a:ahLst/>
            <a:cxnLst/>
            <a:rect l="textAreaLeft" t="textAreaTop" r="textAreaRight" b="textAreaBottom"/>
            <a:pathLst>
              <a:path w="1950" h="2085">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41" name="Google Shape;119;p13"/>
          <p:cNvSpPr/>
          <p:nvPr/>
        </p:nvSpPr>
        <p:spPr>
          <a:xfrm>
            <a:off x="4574520" y="2417040"/>
            <a:ext cx="3183480" cy="2723760"/>
          </a:xfrm>
          <a:custGeom>
            <a:avLst/>
            <a:gdLst>
              <a:gd name="textAreaLeft" fmla="*/ 0 w 3183480"/>
              <a:gd name="textAreaRight" fmla="*/ 3186360 w 3183480"/>
              <a:gd name="textAreaTop" fmla="*/ 0 h 2723760"/>
              <a:gd name="textAreaBottom" fmla="*/ 2726640 h 2723760"/>
            </a:gdLst>
            <a:ahLst/>
            <a:cxnLst/>
            <a:rect l="textAreaLeft" t="textAreaTop" r="textAreaRight" b="textAreaBottom"/>
            <a:pathLst>
              <a:path w="4248542" h="3635375">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242" name="Google Shape;120;p13"/>
          <p:cNvSpPr/>
          <p:nvPr/>
        </p:nvSpPr>
        <p:spPr>
          <a:xfrm>
            <a:off x="7184160" y="634320"/>
            <a:ext cx="1956960" cy="2803320"/>
          </a:xfrm>
          <a:custGeom>
            <a:avLst/>
            <a:gdLst>
              <a:gd name="textAreaLeft" fmla="*/ 0 w 1956960"/>
              <a:gd name="textAreaRight" fmla="*/ 1959840 w 1956960"/>
              <a:gd name="textAreaTop" fmla="*/ 0 h 2803320"/>
              <a:gd name="textAreaBottom" fmla="*/ 2806200 h 2803320"/>
            </a:gdLst>
            <a:ahLst/>
            <a:cxnLst/>
            <a:rect l="textAreaLeft" t="textAreaTop" r="textAreaRight" b="textAreaBottom"/>
            <a:pathLst>
              <a:path w="2613132" h="3741797">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243" name="Google Shape;121;p13"/>
          <p:cNvSpPr/>
          <p:nvPr/>
        </p:nvSpPr>
        <p:spPr>
          <a:xfrm>
            <a:off x="6491160" y="2753640"/>
            <a:ext cx="1573560" cy="1683360"/>
          </a:xfrm>
          <a:custGeom>
            <a:avLst/>
            <a:gdLst>
              <a:gd name="textAreaLeft" fmla="*/ 0 w 1573560"/>
              <a:gd name="textAreaRight" fmla="*/ 1576440 w 1573560"/>
              <a:gd name="textAreaTop" fmla="*/ 0 h 1683360"/>
              <a:gd name="textAreaBottom" fmla="*/ 1686240 h 1683360"/>
            </a:gdLst>
            <a:ahLst/>
            <a:cxnLst/>
            <a:rect l="textAreaLeft" t="textAreaTop" r="textAreaRight" b="textAreaBottom"/>
            <a:pathLst>
              <a:path w="1950" h="2085">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6000"/>
            </a:srgbClr>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44" name="Google Shape;122;p13"/>
          <p:cNvSpPr/>
          <p:nvPr/>
        </p:nvSpPr>
        <p:spPr>
          <a:xfrm>
            <a:off x="4572000" y="0"/>
            <a:ext cx="4569120" cy="514080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FFFFFF"/>
              </a:solidFill>
              <a:effectLst/>
              <a:uFillTx/>
              <a:latin typeface="Arial"/>
            </a:endParaRPr>
          </a:p>
        </p:txBody>
      </p:sp>
      <p:sp>
        <p:nvSpPr>
          <p:cNvPr id="245" name="PlaceHolder 1"/>
          <p:cNvSpPr>
            <a:spLocks noGrp="1"/>
          </p:cNvSpPr>
          <p:nvPr>
            <p:ph type="body"/>
          </p:nvPr>
        </p:nvSpPr>
        <p:spPr>
          <a:xfrm>
            <a:off x="365760" y="634320"/>
            <a:ext cx="3824640" cy="5004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6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6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6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6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6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6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600" b="0" u="none" strike="noStrike">
                <a:solidFill>
                  <a:srgbClr val="000000"/>
                </a:solidFill>
                <a:effectLst/>
                <a:uFillTx/>
                <a:latin typeface="Arial"/>
              </a:rPr>
              <a:t>Seventh Outline Level</a:t>
            </a:r>
          </a:p>
        </p:txBody>
      </p:sp>
      <p:sp>
        <p:nvSpPr>
          <p:cNvPr id="246" name="PlaceHolder 2"/>
          <p:cNvSpPr>
            <a:spLocks noGrp="1"/>
          </p:cNvSpPr>
          <p:nvPr>
            <p:ph type="title"/>
          </p:nvPr>
        </p:nvSpPr>
        <p:spPr>
          <a:xfrm>
            <a:off x="365760" y="274320"/>
            <a:ext cx="3976200" cy="457560"/>
          </a:xfrm>
          <a:prstGeom prst="rect">
            <a:avLst/>
          </a:prstGeom>
          <a:noFill/>
          <a:ln w="0">
            <a:noFill/>
          </a:ln>
        </p:spPr>
        <p:txBody>
          <a:bodyPr lIns="91440" tIns="91440" rIns="91440" bIns="91440" anchor="t">
            <a:sp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247" name="PlaceHolder 3"/>
          <p:cNvSpPr>
            <a:spLocks noGrp="1"/>
          </p:cNvSpPr>
          <p:nvPr>
            <p:ph type="sldNum" idx="16"/>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DCE62150-DF2B-4725-B761-915D12DD3756}" type="slidenum">
              <a:rPr lang="en" sz="600" b="0" u="none" strike="noStrike">
                <a:solidFill>
                  <a:srgbClr val="FFFFFF"/>
                </a:solidFill>
                <a:effectLst/>
                <a:uFillTx/>
                <a:latin typeface="Arial"/>
                <a:ea typeface="Arial"/>
              </a:rPr>
              <a:t>‹#›</a:t>
            </a:fld>
            <a:endParaRPr lang="en-GB" sz="600" b="0" u="none" strike="noStrike">
              <a:solidFill>
                <a:srgbClr val="000000"/>
              </a:solidFill>
              <a:effectLst/>
              <a:uFillTx/>
              <a:latin typeface="Times New Roman"/>
            </a:endParaRPr>
          </a:p>
        </p:txBody>
      </p:sp>
      <p:sp>
        <p:nvSpPr>
          <p:cNvPr id="248" name="Google Shape;126;p13"/>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49" name="Google Shape;127;p13"/>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pic>
        <p:nvPicPr>
          <p:cNvPr id="250" name="Google Shape;128;p13"/>
          <p:cNvPicPr/>
          <p:nvPr/>
        </p:nvPicPr>
        <p:blipFill>
          <a:blip r:embed="rId2"/>
          <a:srcRect l="13569" b="9582"/>
          <a:stretch/>
        </p:blipFill>
        <p:spPr>
          <a:xfrm>
            <a:off x="4572000" y="3214080"/>
            <a:ext cx="1690920" cy="1926360"/>
          </a:xfrm>
          <a:prstGeom prst="rect">
            <a:avLst/>
          </a:prstGeom>
          <a:noFill/>
          <a:ln w="0">
            <a:noFill/>
          </a:ln>
        </p:spPr>
      </p:pic>
      <p:sp>
        <p:nvSpPr>
          <p:cNvPr id="251" name="Google Shape;129;p13"/>
          <p:cNvSpPr/>
          <p:nvPr/>
        </p:nvSpPr>
        <p:spPr>
          <a:xfrm>
            <a:off x="8067600" y="228600"/>
            <a:ext cx="1074960" cy="1540440"/>
          </a:xfrm>
          <a:custGeom>
            <a:avLst/>
            <a:gdLst>
              <a:gd name="textAreaLeft" fmla="*/ 0 w 1074960"/>
              <a:gd name="textAreaRight" fmla="*/ 1077840 w 1074960"/>
              <a:gd name="textAreaTop" fmla="*/ 0 h 1540440"/>
              <a:gd name="textAreaBottom" fmla="*/ 1543320 h 1540440"/>
            </a:gdLst>
            <a:ahLst/>
            <a:cxnLst/>
            <a:rect l="textAreaLeft" t="textAreaTop" r="textAreaRight" b="textAreaBottom"/>
            <a:pathLst>
              <a:path w="2613132" h="3741797">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2000"/>
            </a:srgbClr>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252" name="PlaceHolder 4"/>
          <p:cNvSpPr>
            <a:spLocks noGrp="1"/>
          </p:cNvSpPr>
          <p:nvPr>
            <p:ph type="body"/>
          </p:nvPr>
        </p:nvSpPr>
        <p:spPr>
          <a:xfrm>
            <a:off x="4937760" y="1280160"/>
            <a:ext cx="3563640" cy="610164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253" name="Google Shape;131;p13"/>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Data Cloud_1">
    <p:bg>
      <p:bgPr>
        <a:solidFill>
          <a:schemeClr val="lt1"/>
        </a:solidFill>
        <a:effectLst/>
      </p:bgPr>
    </p:bg>
    <p:spTree>
      <p:nvGrpSpPr>
        <p:cNvPr id="1" name=""/>
        <p:cNvGrpSpPr/>
        <p:nvPr/>
      </p:nvGrpSpPr>
      <p:grpSpPr>
        <a:xfrm>
          <a:off x="0" y="0"/>
          <a:ext cx="0" cy="0"/>
          <a:chOff x="0" y="0"/>
          <a:chExt cx="0" cy="0"/>
        </a:xfrm>
      </p:grpSpPr>
      <p:sp>
        <p:nvSpPr>
          <p:cNvPr id="254"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55" name="PlaceHolder 1"/>
          <p:cNvSpPr>
            <a:spLocks noGrp="1"/>
          </p:cNvSpPr>
          <p:nvPr>
            <p:ph type="sldNum" idx="17"/>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A09463C0-1EC4-4AAD-8430-2127D9A34C65}"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56" name="Google Shape;134;p14"/>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57" name="Google Shape;135;p14"/>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Quote - Violet_1_1">
    <p:bg>
      <p:bgPr>
        <a:solidFill>
          <a:schemeClr val="dk2"/>
        </a:solidFill>
        <a:effectLst/>
      </p:bgPr>
    </p:bg>
    <p:spTree>
      <p:nvGrpSpPr>
        <p:cNvPr id="1" name=""/>
        <p:cNvGrpSpPr/>
        <p:nvPr/>
      </p:nvGrpSpPr>
      <p:grpSpPr>
        <a:xfrm>
          <a:off x="0" y="0"/>
          <a:ext cx="0" cy="0"/>
          <a:chOff x="0" y="0"/>
          <a:chExt cx="0" cy="0"/>
        </a:xfrm>
      </p:grpSpPr>
      <p:sp>
        <p:nvSpPr>
          <p:cNvPr id="25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259"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260" name="Google Shape;190;p20"/>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261" name="Google Shape;191;p20"/>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62"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Multi-use layout_2">
    <p:bg>
      <p:bgPr>
        <a:solidFill>
          <a:schemeClr val="lt1"/>
        </a:solidFill>
        <a:effectLst/>
      </p:bgPr>
    </p:bg>
    <p:spTree>
      <p:nvGrpSpPr>
        <p:cNvPr id="1" name=""/>
        <p:cNvGrpSpPr/>
        <p:nvPr/>
      </p:nvGrpSpPr>
      <p:grpSpPr>
        <a:xfrm>
          <a:off x="0" y="0"/>
          <a:ext cx="0" cy="0"/>
          <a:chOff x="0" y="0"/>
          <a:chExt cx="0" cy="0"/>
        </a:xfrm>
      </p:grpSpPr>
      <p:sp>
        <p:nvSpPr>
          <p:cNvPr id="263"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64" name="PlaceHolder 1"/>
          <p:cNvSpPr>
            <a:spLocks noGrp="1"/>
          </p:cNvSpPr>
          <p:nvPr>
            <p:ph type="sldNum" idx="18"/>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578616FD-599A-41FF-80DB-6E6EB870A91F}"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65" name="Google Shape;20;p3"/>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66" name="PlaceHolder 2"/>
          <p:cNvSpPr>
            <a:spLocks noGrp="1"/>
          </p:cNvSpPr>
          <p:nvPr>
            <p:ph type="title"/>
          </p:nvPr>
        </p:nvSpPr>
        <p:spPr>
          <a:xfrm>
            <a:off x="36792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267" name="Google Shape;23;p3"/>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68" name="Google Shape;24;p3"/>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69" name="Google Shape;25;p3"/>
          <p:cNvSpPr/>
          <p:nvPr/>
        </p:nvSpPr>
        <p:spPr>
          <a:xfrm>
            <a:off x="0" y="343440"/>
            <a:ext cx="134280" cy="72864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70"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5" Type="http://schemas.openxmlformats.org/officeDocument/2006/relationships/theme" Target="../theme/theme2.xml"/><Relationship Id="rId4"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3.xml"/><Relationship Id="rId1" Type="http://schemas.openxmlformats.org/officeDocument/2006/relationships/slideLayout" Target="../slideLayouts/slideLayout8.xml"/><Relationship Id="rId4"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theme" Target="../theme/theme4.xml"/><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79" name="Google Shape;151;p16"/>
          <p:cNvGrpSpPr/>
          <p:nvPr/>
        </p:nvGrpSpPr>
        <p:grpSpPr>
          <a:xfrm>
            <a:off x="0" y="2914920"/>
            <a:ext cx="9140760" cy="2225520"/>
            <a:chOff x="0" y="2914920"/>
            <a:chExt cx="9140760" cy="2225520"/>
          </a:xfrm>
        </p:grpSpPr>
        <p:pic>
          <p:nvPicPr>
            <p:cNvPr id="80" name="Google Shape;152;p16"/>
            <p:cNvPicPr/>
            <p:nvPr/>
          </p:nvPicPr>
          <p:blipFill>
            <a:blip r:embed="rId3">
              <a:alphaModFix amt="85000"/>
            </a:blip>
            <a:srcRect l="45946" t="24688" b="30755"/>
            <a:stretch/>
          </p:blipFill>
          <p:spPr>
            <a:xfrm>
              <a:off x="0" y="2914920"/>
              <a:ext cx="3241440" cy="2225520"/>
            </a:xfrm>
            <a:prstGeom prst="rect">
              <a:avLst/>
            </a:prstGeom>
            <a:noFill/>
            <a:ln w="0">
              <a:noFill/>
            </a:ln>
          </p:spPr>
        </p:pic>
        <p:pic>
          <p:nvPicPr>
            <p:cNvPr id="81" name="Google Shape;153;p16"/>
            <p:cNvPicPr/>
            <p:nvPr/>
          </p:nvPicPr>
          <p:blipFill>
            <a:blip r:embed="rId4">
              <a:alphaModFix amt="85000"/>
            </a:blip>
            <a:srcRect t="25252" r="1930" b="30759"/>
            <a:stretch/>
          </p:blipFill>
          <p:spPr>
            <a:xfrm>
              <a:off x="3253320" y="2943000"/>
              <a:ext cx="5887440" cy="2197440"/>
            </a:xfrm>
            <a:prstGeom prst="rect">
              <a:avLst/>
            </a:prstGeom>
            <a:noFill/>
            <a:ln w="0">
              <a:noFill/>
            </a:ln>
          </p:spPr>
        </p:pic>
      </p:grpSp>
      <p:sp>
        <p:nvSpPr>
          <p:cNvPr id="82" name="Google Shape;154;p16"/>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83" name="Google Shape;158;p16"/>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 bg1="lt1" tx1="dk1" bg2="dk2" tx2="lt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3" Type="http://schemas.openxmlformats.org/officeDocument/2006/relationships/hyperlink" Target="https://snowflake.enterprise.slack.com/archives/C02GUNZHY2E" TargetMode="External"/><Relationship Id="rId2" Type="http://schemas.openxmlformats.org/officeDocument/2006/relationships/image" Target="../media/image17.png"/><Relationship Id="rId1" Type="http://schemas.openxmlformats.org/officeDocument/2006/relationships/slideLayout" Target="../slideLayouts/slideLayout19.xml"/><Relationship Id="rId4" Type="http://schemas.openxmlformats.org/officeDocument/2006/relationships/hyperlink" Target="mailto:brand@snowflake.com"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png"/><Relationship Id="rId1" Type="http://schemas.openxmlformats.org/officeDocument/2006/relationships/slideLayout" Target="../slideLayouts/slideLayout11.xml"/><Relationship Id="rId5" Type="http://schemas.openxmlformats.org/officeDocument/2006/relationships/image" Target="../media/image24.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PlaceHolder 1"/>
          <p:cNvSpPr>
            <a:spLocks noGrp="1"/>
          </p:cNvSpPr>
          <p:nvPr>
            <p:ph type="title"/>
          </p:nvPr>
        </p:nvSpPr>
        <p:spPr>
          <a:xfrm>
            <a:off x="366480" y="1188720"/>
            <a:ext cx="8618494" cy="1917360"/>
          </a:xfrm>
          <a:prstGeom prst="rect">
            <a:avLst/>
          </a:prstGeom>
          <a:noFill/>
          <a:ln w="0">
            <a:noFill/>
          </a:ln>
        </p:spPr>
        <p:txBody>
          <a:bodyPr lIns="91440" tIns="91440" rIns="91440" bIns="91440" anchor="b">
            <a:noAutofit/>
          </a:bodyPr>
          <a:lstStyle/>
          <a:p>
            <a:pPr indent="0">
              <a:lnSpc>
                <a:spcPct val="85000"/>
              </a:lnSpc>
              <a:buNone/>
              <a:tabLst>
                <a:tab pos="0" algn="l"/>
              </a:tabLst>
            </a:pPr>
            <a:r>
              <a:rPr lang="en" sz="4400" b="1" u="none" strike="noStrike" dirty="0">
                <a:solidFill>
                  <a:schemeClr val="lt1"/>
                </a:solidFill>
                <a:effectLst/>
                <a:uFillTx/>
                <a:latin typeface="Arial"/>
                <a:ea typeface="Arial"/>
              </a:rPr>
              <a:t>SNOWFLAKE</a:t>
            </a:r>
            <a:r>
              <a:rPr lang="en" sz="4400" b="1" u="none" strike="noStrike" dirty="0">
                <a:solidFill>
                  <a:schemeClr val="dk1"/>
                </a:solidFill>
                <a:effectLst/>
                <a:uFillTx/>
                <a:latin typeface="Arial"/>
                <a:ea typeface="Arial"/>
              </a:rPr>
              <a:t> </a:t>
            </a:r>
            <a:endParaRPr lang="en-GB" sz="4400" b="0" u="none" strike="noStrike" dirty="0">
              <a:solidFill>
                <a:srgbClr val="000000"/>
              </a:solidFill>
              <a:effectLst/>
              <a:uFillTx/>
              <a:latin typeface="Arial"/>
            </a:endParaRPr>
          </a:p>
          <a:p>
            <a:pPr indent="0">
              <a:lnSpc>
                <a:spcPct val="85000"/>
              </a:lnSpc>
              <a:buNone/>
              <a:tabLst>
                <a:tab pos="0" algn="l"/>
              </a:tabLst>
            </a:pPr>
            <a:r>
              <a:rPr lang="en" sz="4400" b="1" u="none" strike="noStrike" dirty="0">
                <a:solidFill>
                  <a:schemeClr val="dk1"/>
                </a:solidFill>
                <a:effectLst/>
                <a:uFillTx/>
                <a:latin typeface="Arial"/>
                <a:ea typeface="Arial"/>
              </a:rPr>
              <a:t>TEMPLATE 2026</a:t>
            </a:r>
            <a:endParaRPr lang="en-GB" sz="4400" b="0" u="none" strike="noStrike" dirty="0">
              <a:solidFill>
                <a:srgbClr val="000000"/>
              </a:solidFill>
              <a:effectLst/>
              <a:uFillTx/>
              <a:latin typeface="Arial"/>
            </a:endParaRPr>
          </a:p>
        </p:txBody>
      </p:sp>
      <p:sp>
        <p:nvSpPr>
          <p:cNvPr id="278" name="PlaceHolder 2"/>
          <p:cNvSpPr>
            <a:spLocks noGrp="1"/>
          </p:cNvSpPr>
          <p:nvPr>
            <p:ph type="title"/>
          </p:nvPr>
        </p:nvSpPr>
        <p:spPr>
          <a:xfrm>
            <a:off x="366479" y="3160440"/>
            <a:ext cx="8618493" cy="439560"/>
          </a:xfrm>
          <a:prstGeom prst="rect">
            <a:avLst/>
          </a:prstGeom>
          <a:noFill/>
          <a:ln w="0">
            <a:noFill/>
          </a:ln>
        </p:spPr>
        <p:txBody>
          <a:bodyPr lIns="91440" tIns="91440" rIns="91440" bIns="91440" anchor="t">
            <a:noAutofit/>
          </a:bodyPr>
          <a:lstStyle/>
          <a:p>
            <a:pPr indent="0">
              <a:lnSpc>
                <a:spcPct val="80000"/>
              </a:lnSpc>
              <a:buNone/>
              <a:tabLst>
                <a:tab pos="0" algn="l"/>
              </a:tabLst>
            </a:pPr>
            <a:r>
              <a:rPr lang="en" sz="1800" b="1" u="none" strike="noStrike" dirty="0">
                <a:solidFill>
                  <a:schemeClr val="dk1"/>
                </a:solidFill>
                <a:effectLst/>
                <a:uFillTx/>
                <a:latin typeface="Arial"/>
                <a:ea typeface="Arial"/>
              </a:rPr>
              <a:t>Layouts, Icons, and Frequently Used Slides</a:t>
            </a:r>
            <a:endParaRPr lang="en-GB" sz="1800" b="0" u="none" strike="noStrike" dirty="0">
              <a:solidFill>
                <a:srgbClr val="000000"/>
              </a:solidFill>
              <a:effectLst/>
              <a:uFillTx/>
              <a:latin typeface="Arial"/>
            </a:endParaRPr>
          </a:p>
        </p:txBody>
      </p:sp>
      <p:sp>
        <p:nvSpPr>
          <p:cNvPr id="279" name="PlaceHolder 3"/>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90000"/>
              </a:lnSpc>
              <a:buNone/>
              <a:tabLst>
                <a:tab pos="0" algn="l"/>
              </a:tabLst>
            </a:pPr>
            <a:r>
              <a:rPr lang="en" sz="1400" b="1" u="none" strike="noStrike">
                <a:solidFill>
                  <a:schemeClr val="dk1"/>
                </a:solidFill>
                <a:effectLst/>
                <a:uFillTx/>
                <a:latin typeface="Arial"/>
                <a:ea typeface="Arial"/>
              </a:rPr>
              <a:t>January 2026</a:t>
            </a:r>
            <a:endParaRPr lang="en-GB" sz="140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PlaceHolder 1"/>
          <p:cNvSpPr>
            <a:spLocks noGrp="1"/>
          </p:cNvSpPr>
          <p:nvPr>
            <p:ph/>
          </p:nvPr>
        </p:nvSpPr>
        <p:spPr>
          <a:xfrm>
            <a:off x="365760" y="274320"/>
            <a:ext cx="1923120" cy="68292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Template Contents</a:t>
            </a:r>
            <a:endParaRPr lang="en-GB" sz="2600" b="0" u="none" strike="noStrike">
              <a:solidFill>
                <a:srgbClr val="000000"/>
              </a:solidFill>
              <a:effectLst/>
              <a:uFillTx/>
              <a:latin typeface="Arial"/>
            </a:endParaRPr>
          </a:p>
        </p:txBody>
      </p:sp>
      <p:sp>
        <p:nvSpPr>
          <p:cNvPr id="281" name="PlaceHolder 2"/>
          <p:cNvSpPr>
            <a:spLocks noGrp="1"/>
          </p:cNvSpPr>
          <p:nvPr>
            <p:ph/>
          </p:nvPr>
        </p:nvSpPr>
        <p:spPr>
          <a:xfrm>
            <a:off x="2961360" y="914400"/>
            <a:ext cx="5722560" cy="3769200"/>
          </a:xfrm>
          <a:prstGeom prst="rect">
            <a:avLst/>
          </a:prstGeom>
          <a:noFill/>
          <a:ln w="0">
            <a:noFill/>
          </a:ln>
        </p:spPr>
        <p:txBody>
          <a:bodyPr lIns="365760" tIns="91440" rIns="91440" bIns="91440" anchor="ctr">
            <a:noAutofit/>
          </a:bodyPr>
          <a:lstStyle/>
          <a:p>
            <a:pPr marL="216000" indent="-216000">
              <a:lnSpc>
                <a:spcPct val="115000"/>
              </a:lnSpc>
              <a:buSzPct val="134983"/>
              <a:buBlip>
                <a:blip r:embed="rId2"/>
              </a:buBlip>
              <a:tabLst>
                <a:tab pos="0" algn="l"/>
              </a:tabLst>
            </a:pPr>
            <a:r>
              <a:rPr lang="en" sz="1800" b="0" u="none" strike="noStrike">
                <a:solidFill>
                  <a:srgbClr val="FFFFFF"/>
                </a:solidFill>
                <a:effectLst/>
                <a:uFillTx/>
                <a:latin typeface="Arial"/>
                <a:ea typeface="Arial"/>
              </a:rPr>
              <a:t>Template Instructions</a:t>
            </a:r>
            <a:endParaRPr lang="en-GB" sz="1800" b="0" u="none" strike="noStrike">
              <a:solidFill>
                <a:srgbClr val="000000"/>
              </a:solidFill>
              <a:effectLst/>
              <a:uFillTx/>
              <a:latin typeface="Arial"/>
              <a:ea typeface="Noto Sans SC"/>
            </a:endParaRPr>
          </a:p>
          <a:p>
            <a:pPr marL="216000" indent="-216000">
              <a:lnSpc>
                <a:spcPct val="115000"/>
              </a:lnSpc>
              <a:spcBef>
                <a:spcPts val="1001"/>
              </a:spcBef>
              <a:buSzPct val="134983"/>
              <a:buBlip>
                <a:blip r:embed="rId2"/>
              </a:buBlip>
              <a:tabLst>
                <a:tab pos="0" algn="l"/>
              </a:tabLst>
            </a:pPr>
            <a:r>
              <a:rPr lang="en" sz="1800" b="0" u="none" strike="noStrike">
                <a:solidFill>
                  <a:srgbClr val="FFFFFF"/>
                </a:solidFill>
                <a:effectLst/>
                <a:uFillTx/>
                <a:latin typeface="Arial"/>
                <a:ea typeface="Arial"/>
              </a:rPr>
              <a:t>Layout, Design, Do’s and Dont’s</a:t>
            </a:r>
            <a:endParaRPr lang="en-GB" sz="1800" b="0" u="none" strike="noStrike">
              <a:solidFill>
                <a:srgbClr val="000000"/>
              </a:solidFill>
              <a:effectLst/>
              <a:uFillTx/>
              <a:latin typeface="Arial"/>
              <a:ea typeface="Noto Sans SC"/>
            </a:endParaRPr>
          </a:p>
          <a:p>
            <a:pPr marL="216000" indent="-216000">
              <a:lnSpc>
                <a:spcPct val="115000"/>
              </a:lnSpc>
              <a:spcBef>
                <a:spcPts val="1001"/>
              </a:spcBef>
              <a:buSzPct val="134983"/>
              <a:buBlip>
                <a:blip r:embed="rId2"/>
              </a:buBlip>
              <a:tabLst>
                <a:tab pos="0" algn="l"/>
              </a:tabLst>
            </a:pPr>
            <a:r>
              <a:rPr lang="en" sz="1800" b="0" u="none" strike="noStrike">
                <a:solidFill>
                  <a:srgbClr val="FFFFFF"/>
                </a:solidFill>
                <a:effectLst/>
                <a:uFillTx/>
                <a:latin typeface="Arial"/>
                <a:ea typeface="Arial"/>
              </a:rPr>
              <a:t>Sample Slides</a:t>
            </a:r>
            <a:endParaRPr lang="en-GB" sz="1800" b="0" u="none" strike="noStrike">
              <a:solidFill>
                <a:srgbClr val="000000"/>
              </a:solidFill>
              <a:effectLst/>
              <a:uFillTx/>
              <a:latin typeface="Arial"/>
              <a:ea typeface="Noto Sans SC"/>
            </a:endParaRPr>
          </a:p>
          <a:p>
            <a:pPr marL="457200" indent="-209520">
              <a:lnSpc>
                <a:spcPct val="115000"/>
              </a:lnSpc>
              <a:spcBef>
                <a:spcPts val="1001"/>
              </a:spcBef>
              <a:buSzPct val="108021"/>
              <a:buBlip>
                <a:blip r:embed="rId2"/>
              </a:buBlip>
              <a:tabLst>
                <a:tab pos="0" algn="l"/>
              </a:tabLst>
            </a:pPr>
            <a:r>
              <a:rPr lang="en" sz="1500" b="0" u="none" strike="noStrike">
                <a:solidFill>
                  <a:schemeClr val="lt1"/>
                </a:solidFill>
                <a:effectLst/>
                <a:uFillTx/>
                <a:latin typeface="Arial"/>
                <a:ea typeface="Arial"/>
              </a:rPr>
              <a:t>Cover Options</a:t>
            </a:r>
            <a:endParaRPr lang="en-GB" sz="1500" b="0" u="none" strike="noStrike">
              <a:solidFill>
                <a:srgbClr val="000000"/>
              </a:solidFill>
              <a:effectLst/>
              <a:uFillTx/>
              <a:latin typeface="Arial"/>
              <a:ea typeface="Noto Sans SC"/>
            </a:endParaRPr>
          </a:p>
          <a:p>
            <a:pPr marL="457200" indent="-209520">
              <a:lnSpc>
                <a:spcPct val="115000"/>
              </a:lnSpc>
              <a:buSzPct val="108021"/>
              <a:buBlip>
                <a:blip r:embed="rId2"/>
              </a:buBlip>
              <a:tabLst>
                <a:tab pos="0" algn="l"/>
              </a:tabLst>
            </a:pPr>
            <a:r>
              <a:rPr lang="en" sz="1500" b="0" u="none" strike="noStrike">
                <a:solidFill>
                  <a:srgbClr val="FFFFFF"/>
                </a:solidFill>
                <a:effectLst/>
                <a:uFillTx/>
                <a:latin typeface="Arial"/>
                <a:ea typeface="Arial"/>
              </a:rPr>
              <a:t>Chapter Title Options</a:t>
            </a:r>
            <a:endParaRPr lang="en-GB" sz="1500" b="0" u="none" strike="noStrike">
              <a:solidFill>
                <a:srgbClr val="000000"/>
              </a:solidFill>
              <a:effectLst/>
              <a:uFillTx/>
              <a:latin typeface="Arial"/>
              <a:ea typeface="Noto Sans SC"/>
            </a:endParaRPr>
          </a:p>
          <a:p>
            <a:pPr marL="457200" indent="-209520">
              <a:lnSpc>
                <a:spcPct val="115000"/>
              </a:lnSpc>
              <a:buSzPct val="108021"/>
              <a:buBlip>
                <a:blip r:embed="rId2"/>
              </a:buBlip>
              <a:tabLst>
                <a:tab pos="0" algn="l"/>
              </a:tabLst>
            </a:pPr>
            <a:r>
              <a:rPr lang="en" sz="1500" b="0" u="none" strike="noStrike">
                <a:solidFill>
                  <a:srgbClr val="FFFFFF"/>
                </a:solidFill>
                <a:effectLst/>
                <a:uFillTx/>
                <a:latin typeface="Arial"/>
                <a:ea typeface="Arial"/>
              </a:rPr>
              <a:t>Sample Text Slides</a:t>
            </a:r>
            <a:endParaRPr lang="en-GB" sz="1500" b="0" u="none" strike="noStrike">
              <a:solidFill>
                <a:srgbClr val="000000"/>
              </a:solidFill>
              <a:effectLst/>
              <a:uFillTx/>
              <a:latin typeface="Arial"/>
              <a:ea typeface="Noto Sans SC"/>
            </a:endParaRPr>
          </a:p>
          <a:p>
            <a:pPr marL="457200" indent="-209520">
              <a:lnSpc>
                <a:spcPct val="115000"/>
              </a:lnSpc>
              <a:buSzPct val="108021"/>
              <a:buBlip>
                <a:blip r:embed="rId2"/>
              </a:buBlip>
              <a:tabLst>
                <a:tab pos="0" algn="l"/>
              </a:tabLst>
            </a:pPr>
            <a:r>
              <a:rPr lang="en" sz="1500" b="0" u="none" strike="noStrike">
                <a:solidFill>
                  <a:srgbClr val="FFFFFF"/>
                </a:solidFill>
                <a:effectLst/>
                <a:uFillTx/>
                <a:latin typeface="Arial"/>
                <a:ea typeface="Arial"/>
              </a:rPr>
              <a:t>Charts &amp; Tables</a:t>
            </a:r>
            <a:endParaRPr lang="en-GB" sz="1500" b="0" u="none" strike="noStrike">
              <a:solidFill>
                <a:srgbClr val="000000"/>
              </a:solidFill>
              <a:effectLst/>
              <a:uFillTx/>
              <a:latin typeface="Arial"/>
              <a:ea typeface="Noto Sans SC"/>
            </a:endParaRPr>
          </a:p>
          <a:p>
            <a:pPr marL="216000" indent="-216000">
              <a:lnSpc>
                <a:spcPct val="115000"/>
              </a:lnSpc>
              <a:spcBef>
                <a:spcPts val="1001"/>
              </a:spcBef>
              <a:buSzPct val="134983"/>
              <a:buBlip>
                <a:blip r:embed="rId2"/>
              </a:buBlip>
              <a:tabLst>
                <a:tab pos="0" algn="l"/>
              </a:tabLst>
            </a:pPr>
            <a:r>
              <a:rPr lang="en" sz="1800" b="0" u="none" strike="noStrike">
                <a:solidFill>
                  <a:srgbClr val="FFFFFF"/>
                </a:solidFill>
                <a:effectLst/>
                <a:uFillTx/>
                <a:latin typeface="Arial"/>
                <a:ea typeface="Arial"/>
              </a:rPr>
              <a:t>Platform Graphics</a:t>
            </a:r>
            <a:endParaRPr lang="en-GB" sz="1800" b="0" u="none" strike="noStrike">
              <a:solidFill>
                <a:srgbClr val="000000"/>
              </a:solidFill>
              <a:effectLst/>
              <a:uFillTx/>
              <a:latin typeface="Arial"/>
              <a:ea typeface="Noto Sans SC"/>
            </a:endParaRPr>
          </a:p>
          <a:p>
            <a:pPr marL="216000" indent="-216000">
              <a:lnSpc>
                <a:spcPct val="115000"/>
              </a:lnSpc>
              <a:spcBef>
                <a:spcPts val="1001"/>
              </a:spcBef>
              <a:buSzPct val="134983"/>
              <a:buBlip>
                <a:blip r:embed="rId2"/>
              </a:buBlip>
              <a:tabLst>
                <a:tab pos="0" algn="l"/>
              </a:tabLst>
            </a:pPr>
            <a:r>
              <a:rPr lang="en" sz="1800" b="0" u="none" strike="noStrike">
                <a:solidFill>
                  <a:srgbClr val="FFFFFF"/>
                </a:solidFill>
                <a:effectLst/>
                <a:uFillTx/>
                <a:latin typeface="Arial"/>
                <a:ea typeface="Arial"/>
              </a:rPr>
              <a:t>Icons &amp; Logos</a:t>
            </a:r>
            <a:endParaRPr lang="en-GB" sz="1800" b="0" u="none" strike="noStrike">
              <a:solidFill>
                <a:srgbClr val="000000"/>
              </a:solidFill>
              <a:effectLst/>
              <a:uFillTx/>
              <a:latin typeface="Arial"/>
              <a:ea typeface="Noto Sans SC"/>
            </a:endParaRPr>
          </a:p>
        </p:txBody>
      </p:sp>
      <p:sp>
        <p:nvSpPr>
          <p:cNvPr id="282" name="PlaceHolder 3"/>
          <p:cNvSpPr>
            <a:spLocks noGrp="1"/>
          </p:cNvSpPr>
          <p:nvPr>
            <p:ph type="sldNum" idx="22"/>
          </p:nvPr>
        </p:nvSpPr>
        <p:spPr>
          <a:xfrm>
            <a:off x="8229600" y="485928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EFEFEF"/>
                </a:solidFill>
                <a:effectLst/>
                <a:uFillTx/>
                <a:latin typeface="Arial"/>
                <a:ea typeface="Arial"/>
              </a:defRPr>
            </a:lvl1pPr>
          </a:lstStyle>
          <a:p>
            <a:pPr indent="0" algn="r">
              <a:lnSpc>
                <a:spcPct val="100000"/>
              </a:lnSpc>
              <a:buNone/>
              <a:tabLst>
                <a:tab pos="0" algn="l"/>
              </a:tabLst>
            </a:pPr>
            <a:fld id="{A07A6598-7CAD-41C4-B4E3-EEE055F4561F}" type="slidenum">
              <a:rPr lang="en" sz="600" b="0" u="none" strike="noStrike">
                <a:solidFill>
                  <a:srgbClr val="EFEFEF"/>
                </a:solidFill>
                <a:effectLst/>
                <a:uFillTx/>
                <a:latin typeface="Arial"/>
                <a:ea typeface="Arial"/>
              </a:rPr>
              <a:t>2</a:t>
            </a:fld>
            <a:endParaRPr lang="en-GB" sz="600" b="0" u="none" strike="noStrike">
              <a:solidFill>
                <a:srgbClr val="000000"/>
              </a:solidFill>
              <a:effectLst/>
              <a:uFillTx/>
              <a:latin typeface="Times New Roman"/>
            </a:endParaRPr>
          </a:p>
        </p:txBody>
      </p:sp>
      <p:sp>
        <p:nvSpPr>
          <p:cNvPr id="283" name="Google Shape;285;p32"/>
          <p:cNvSpPr/>
          <p:nvPr/>
        </p:nvSpPr>
        <p:spPr>
          <a:xfrm>
            <a:off x="365760" y="1219320"/>
            <a:ext cx="1867320" cy="352476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noAutofit/>
          </a:bodyPr>
          <a:lstStyle/>
          <a:p>
            <a:pPr>
              <a:lnSpc>
                <a:spcPct val="100000"/>
              </a:lnSpc>
              <a:tabLst>
                <a:tab pos="0" algn="l"/>
              </a:tabLst>
            </a:pPr>
            <a:r>
              <a:rPr lang="en" sz="1100" b="1" u="none" strike="noStrike">
                <a:solidFill>
                  <a:srgbClr val="5B5B5B"/>
                </a:solidFill>
                <a:effectLst/>
                <a:uFillTx/>
                <a:latin typeface="Arial"/>
                <a:ea typeface="Arial"/>
              </a:rPr>
              <a:t>WELCOME TO YOUR 2026 TEMPLATE</a:t>
            </a:r>
            <a:endParaRPr lang="en-GB" sz="1100" b="0" u="none" strike="noStrike">
              <a:solidFill>
                <a:srgbClr val="000000"/>
              </a:solidFill>
              <a:effectLst/>
              <a:uFillTx/>
              <a:latin typeface="Arial"/>
            </a:endParaRPr>
          </a:p>
          <a:p>
            <a:pPr>
              <a:lnSpc>
                <a:spcPct val="100000"/>
              </a:lnSpc>
              <a:tabLst>
                <a:tab pos="0" algn="l"/>
              </a:tabLst>
            </a:pPr>
            <a:endParaRPr lang="en-GB" sz="500" b="0" u="none" strike="noStrike">
              <a:solidFill>
                <a:srgbClr val="000000"/>
              </a:solidFill>
              <a:effectLst/>
              <a:uFillTx/>
              <a:latin typeface="Arial"/>
            </a:endParaRPr>
          </a:p>
          <a:p>
            <a:pPr>
              <a:lnSpc>
                <a:spcPct val="100000"/>
              </a:lnSpc>
              <a:tabLst>
                <a:tab pos="0" algn="l"/>
              </a:tabLst>
            </a:pPr>
            <a:r>
              <a:rPr lang="en" sz="1000" b="0" u="none" strike="noStrike">
                <a:solidFill>
                  <a:srgbClr val="5B5B5B"/>
                </a:solidFill>
                <a:effectLst/>
                <a:uFillTx/>
                <a:latin typeface="Arial"/>
                <a:ea typeface="Arial"/>
              </a:rPr>
              <a:t>The first two sections of this deck are for your enablement and information. Please follow the instructions to apply this template to existing decks, and always start new decks by pulling a fresh deck from the Template Gallery so you can take advantage of incremental updates released. </a:t>
            </a:r>
            <a:endParaRPr lang="en-GB" sz="1000" b="0" u="none" strike="noStrike">
              <a:solidFill>
                <a:srgbClr val="000000"/>
              </a:solidFill>
              <a:effectLst/>
              <a:uFillTx/>
              <a:latin typeface="Arial"/>
            </a:endParaRPr>
          </a:p>
          <a:p>
            <a:pPr>
              <a:lnSpc>
                <a:spcPct val="100000"/>
              </a:lnSpc>
              <a:tabLst>
                <a:tab pos="0" algn="l"/>
              </a:tabLst>
            </a:pPr>
            <a:endParaRPr lang="en-GB" sz="1000" b="0" u="none" strike="noStrike">
              <a:solidFill>
                <a:srgbClr val="000000"/>
              </a:solidFill>
              <a:effectLst/>
              <a:uFillTx/>
              <a:latin typeface="Arial"/>
            </a:endParaRPr>
          </a:p>
          <a:p>
            <a:pPr>
              <a:lnSpc>
                <a:spcPct val="100000"/>
              </a:lnSpc>
              <a:tabLst>
                <a:tab pos="0" algn="l"/>
              </a:tabLst>
            </a:pPr>
            <a:r>
              <a:rPr lang="en" sz="1000" b="1" u="none" strike="noStrike">
                <a:solidFill>
                  <a:srgbClr val="5B5B5B"/>
                </a:solidFill>
                <a:effectLst/>
                <a:uFillTx/>
                <a:latin typeface="Arial"/>
                <a:ea typeface="Arial"/>
              </a:rPr>
              <a:t>Questions? </a:t>
            </a:r>
            <a:r>
              <a:rPr lang="en" sz="1000" b="0" u="none" strike="noStrike">
                <a:solidFill>
                  <a:srgbClr val="5B5B5B"/>
                </a:solidFill>
                <a:effectLst/>
                <a:uFillTx/>
                <a:latin typeface="Arial"/>
                <a:ea typeface="Arial"/>
              </a:rPr>
              <a:t>Reach out to </a:t>
            </a:r>
            <a:r>
              <a:rPr lang="en" sz="1000" b="0" u="sng" strike="noStrike">
                <a:solidFill>
                  <a:schemeClr val="hlink"/>
                </a:solidFill>
                <a:effectLst/>
                <a:uFillTx/>
                <a:latin typeface="Arial"/>
                <a:ea typeface="Arial"/>
                <a:hlinkClick r:id="rId3"/>
              </a:rPr>
              <a:t>#brand</a:t>
            </a:r>
            <a:r>
              <a:rPr lang="en" sz="1000" b="0" u="none" strike="noStrike">
                <a:solidFill>
                  <a:srgbClr val="5B5B5B"/>
                </a:solidFill>
                <a:effectLst/>
                <a:uFillTx/>
                <a:latin typeface="Arial"/>
                <a:ea typeface="Arial"/>
              </a:rPr>
              <a:t> on slack or email </a:t>
            </a:r>
            <a:r>
              <a:rPr lang="en" sz="1000" b="0" u="sng" strike="noStrike">
                <a:solidFill>
                  <a:schemeClr val="hlink"/>
                </a:solidFill>
                <a:effectLst/>
                <a:uFillTx/>
                <a:latin typeface="Arial"/>
                <a:ea typeface="Arial"/>
                <a:hlinkClick r:id="rId4"/>
              </a:rPr>
              <a:t>brand@snowflake.com</a:t>
            </a:r>
            <a:endParaRPr lang="en-GB" sz="10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PlaceHolder 1"/>
          <p:cNvSpPr>
            <a:spLocks noGrp="1"/>
          </p:cNvSpPr>
          <p:nvPr>
            <p:ph type="sldNum" idx="23"/>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ACAAB92A-891A-43B7-A1C6-644B46B9BD42}" type="slidenum">
              <a:rPr lang="en" sz="600" b="0" u="none" strike="noStrike">
                <a:solidFill>
                  <a:srgbClr val="929292"/>
                </a:solidFill>
                <a:effectLst/>
                <a:uFillTx/>
                <a:latin typeface="Arial"/>
                <a:ea typeface="Arial"/>
              </a:rPr>
              <a:t>3</a:t>
            </a:fld>
            <a:endParaRPr lang="en-GB" sz="600" b="0" u="none" strike="noStrike">
              <a:solidFill>
                <a:srgbClr val="000000"/>
              </a:solidFill>
              <a:effectLst/>
              <a:uFillTx/>
              <a:latin typeface="Times New Roman"/>
            </a:endParaRPr>
          </a:p>
        </p:txBody>
      </p:sp>
      <p:sp>
        <p:nvSpPr>
          <p:cNvPr id="285" name="PlaceHolder 2"/>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Safe Harbor and Disclaimers</a:t>
            </a:r>
            <a:endParaRPr lang="en-GB" sz="2600" b="0" u="none" strike="noStrike">
              <a:solidFill>
                <a:srgbClr val="000000"/>
              </a:solidFill>
              <a:effectLst/>
              <a:uFillTx/>
              <a:latin typeface="Arial"/>
            </a:endParaRPr>
          </a:p>
        </p:txBody>
      </p:sp>
      <p:sp>
        <p:nvSpPr>
          <p:cNvPr id="286" name="Google Shape;292;p33"/>
          <p:cNvSpPr/>
          <p:nvPr/>
        </p:nvSpPr>
        <p:spPr>
          <a:xfrm>
            <a:off x="660600" y="4776120"/>
            <a:ext cx="6031800" cy="313560"/>
          </a:xfrm>
          <a:prstGeom prst="rect">
            <a:avLst/>
          </a:prstGeom>
          <a:solidFill>
            <a:schemeClr val="lt1"/>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 Snowflake, the Snowflake logo, and all other Snowflake product, feature and service names mentioned in the Materials are registered trademarks or trademarks of Snowflake Inc. in the United States and other countries. All other brand names or logos mentioned or used in the Materials are for identification purposes only and may be the trademarks of their respective holder(s). Snowflake may not be associated with, or be sponsored or endorsed by, any such holder(s).</a:t>
            </a:r>
            <a:endParaRPr lang="en-GB" sz="600" b="0" u="none" strike="noStrike">
              <a:solidFill>
                <a:srgbClr val="000000"/>
              </a:solidFill>
              <a:effectLst/>
              <a:uFillTx/>
              <a:latin typeface="Arial"/>
            </a:endParaRPr>
          </a:p>
        </p:txBody>
      </p:sp>
      <p:sp>
        <p:nvSpPr>
          <p:cNvPr id="287" name="Google Shape;293;p33"/>
          <p:cNvSpPr/>
          <p:nvPr/>
        </p:nvSpPr>
        <p:spPr>
          <a:xfrm>
            <a:off x="7814520" y="0"/>
            <a:ext cx="1326600" cy="18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a:lnSpc>
                <a:spcPct val="100000"/>
              </a:lnSpc>
              <a:tabLst>
                <a:tab pos="0" algn="l"/>
              </a:tabLst>
            </a:pPr>
            <a:r>
              <a:rPr lang="en" sz="600" b="0" u="none" strike="noStrike">
                <a:solidFill>
                  <a:srgbClr val="919191"/>
                </a:solidFill>
                <a:effectLst/>
                <a:uFillTx/>
                <a:latin typeface="Arial"/>
                <a:ea typeface="Arial"/>
              </a:rPr>
              <a:t>REV 12.16.25</a:t>
            </a:r>
            <a:endParaRPr lang="en-GB" sz="600" b="0" u="none" strike="noStrike">
              <a:solidFill>
                <a:srgbClr val="000000"/>
              </a:solidFill>
              <a:effectLst/>
              <a:uFillTx/>
              <a:latin typeface="Arial"/>
            </a:endParaRPr>
          </a:p>
        </p:txBody>
      </p:sp>
      <p:sp>
        <p:nvSpPr>
          <p:cNvPr id="288" name="Google Shape;294;p33"/>
          <p:cNvSpPr/>
          <p:nvPr/>
        </p:nvSpPr>
        <p:spPr>
          <a:xfrm>
            <a:off x="367920" y="873360"/>
            <a:ext cx="4370040" cy="375372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noAutofit/>
          </a:bodyPr>
          <a:lstStyle/>
          <a:p>
            <a:pPr>
              <a:lnSpc>
                <a:spcPct val="115000"/>
              </a:lnSpc>
              <a:spcAft>
                <a:spcPts val="700"/>
              </a:spcAft>
              <a:tabLst>
                <a:tab pos="0" algn="l"/>
              </a:tabLst>
            </a:pPr>
            <a:r>
              <a:rPr lang="en" sz="800" b="0" u="none" strike="noStrike">
                <a:solidFill>
                  <a:srgbClr val="5B5B5B"/>
                </a:solidFill>
                <a:effectLst/>
                <a:uFillTx/>
                <a:latin typeface="Arial"/>
                <a:ea typeface="Arial"/>
              </a:rPr>
              <a:t>Other than statements of historical fact, all statements contained in these materials and any accompanying oral commentary (collectively, the “Materials”) are forward-looking statements within the meaning of Section 27A of the Securities Act of 1933, as amended, and Section 21E of the Securities Exchange Act of 1934, as amended, including statements regarding (i) Snowflake’s business strategy, plans, opportunities, or priorities; (ii) Snowflake’s new or enhanced products, services, and technology offerings, including those that are under development or not generally available; (iii) market size and growth, trends, and competitive considerations; (iv) Snowflake’s vision, strategy, and expected benefits relating to artificial intelligence (“AI”), Snowpark, Snowflake Marketplace, the AI Data Cloud, and AI Data Clouds for specific industries or product categories, including the expected benefits and network effects of the AI Data Cloud; and (v) the integration, interoperability, and availability of Snowflake’s products, services, or technology offerings with or on third-party platforms or products, including public cloud platforms. These forward-looking statements are subject to a number of known and unknown risks, uncertainties, and assumptions, including those described under the heading “Risk Factors” and elsewhere in the Annual Reports on Form 10-K and the Quarterly Reports on Form 10-Q that Snowflake files with the Securities and Exchange Commission from time to time. In light of these risks, uncertainties, and assumptions, the future events and trends discussed in the Materials may not occur, and actual results could differ materially and adversely from those expressed or implied in the forward-looking statements. As a result, you should not rely on any forwarding-looking statements as predictions of future events. Forward-looking statements speak only as of the date the statements are first made and are based on information available to Snowflake at the time those statements are made and/or management's good faith belief as of that time. Except as required by law, we undertake no obligation, and do not intend, to update the forward-looking statements in these Materials.</a:t>
            </a:r>
            <a:endParaRPr lang="en-GB" sz="800" b="0" u="none" strike="noStrike">
              <a:solidFill>
                <a:srgbClr val="000000"/>
              </a:solidFill>
              <a:effectLst/>
              <a:uFillTx/>
              <a:latin typeface="Arial"/>
            </a:endParaRPr>
          </a:p>
        </p:txBody>
      </p:sp>
      <p:sp>
        <p:nvSpPr>
          <p:cNvPr id="289" name="Google Shape;295;p33"/>
          <p:cNvSpPr/>
          <p:nvPr/>
        </p:nvSpPr>
        <p:spPr>
          <a:xfrm>
            <a:off x="4844880" y="873360"/>
            <a:ext cx="3839040" cy="35820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noAutofit/>
          </a:bodyPr>
          <a:lstStyle/>
          <a:p>
            <a:pPr>
              <a:lnSpc>
                <a:spcPct val="115000"/>
              </a:lnSpc>
              <a:tabLst>
                <a:tab pos="0" algn="l"/>
              </a:tabLst>
            </a:pPr>
            <a:r>
              <a:rPr lang="en" sz="800" b="0" u="none" strike="noStrike">
                <a:solidFill>
                  <a:srgbClr val="5B5B5B"/>
                </a:solidFill>
                <a:effectLst/>
                <a:uFillTx/>
                <a:latin typeface="Arial"/>
                <a:ea typeface="Arial"/>
              </a:rPr>
              <a:t>Any future product or roadmap information (collectively, the “Roadmap”) is intended to outline general product direction. The Roadmap is not a commitment, promise, or legal obligation for Snowflake to deliver any future products, features, or functionality; and is not intended to be, and shall not be deemed to be, incorporated into any contract. The actual timing of any product, feature, or functionality that is ultimately made available may be different from what is presented in the Roadmap. The Roadmap information should not be used when making a purchasing decision. In case of conflict between the information contained in the Materials and official Snowflake documentation, official Snowflake documentation should take precedence over these Materials. Further, note that Snowflake has made no determination as to whether separate fees will be charged for any future products, features, and/or functionality which may ultimately be made available. Snowflake may, in its own discretion, choose to charge separate fees for the delivery of any future products, features, and/or functionality which are ultimately made available.</a:t>
            </a:r>
            <a:endParaRPr lang="en-GB" sz="800" b="0" u="none" strike="noStrike">
              <a:solidFill>
                <a:srgbClr val="000000"/>
              </a:solidFill>
              <a:effectLst/>
              <a:uFillTx/>
              <a:latin typeface="Arial"/>
            </a:endParaRPr>
          </a:p>
          <a:p>
            <a:pPr>
              <a:lnSpc>
                <a:spcPct val="115000"/>
              </a:lnSpc>
              <a:spcBef>
                <a:spcPts val="700"/>
              </a:spcBef>
              <a:spcAft>
                <a:spcPts val="700"/>
              </a:spcAft>
              <a:tabLst>
                <a:tab pos="0" algn="l"/>
              </a:tabLst>
            </a:pPr>
            <a:r>
              <a:rPr lang="en" sz="800" b="0" u="none" strike="noStrike">
                <a:solidFill>
                  <a:srgbClr val="5B5B5B"/>
                </a:solidFill>
                <a:effectLst/>
                <a:uFillTx/>
                <a:latin typeface="Arial"/>
                <a:ea typeface="Arial"/>
              </a:rPr>
              <a:t>The Materials may contain information provided by third-parties. Snowflake has not independently verified this information, and usage of this information does not mean or imply that Snowflake has adopted this information as its own or independently verified its accuracy.</a:t>
            </a:r>
            <a:endParaRPr lang="en-GB" sz="8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 name="PlaceHolder 1"/>
          <p:cNvSpPr>
            <a:spLocks noGrp="1"/>
          </p:cNvSpPr>
          <p:nvPr>
            <p:ph/>
          </p:nvPr>
        </p:nvSpPr>
        <p:spPr>
          <a:xfrm>
            <a:off x="365759" y="1214280"/>
            <a:ext cx="8635117" cy="2711880"/>
          </a:xfrm>
          <a:prstGeom prst="rect">
            <a:avLst/>
          </a:prstGeom>
          <a:noFill/>
          <a:ln w="0">
            <a:noFill/>
          </a:ln>
        </p:spPr>
        <p:txBody>
          <a:bodyPr lIns="91440" tIns="45720" rIns="91440" bIns="45720" anchor="ctr">
            <a:noAutofit/>
          </a:bodyPr>
          <a:lstStyle/>
          <a:p>
            <a:pPr indent="0">
              <a:lnSpc>
                <a:spcPct val="74000"/>
              </a:lnSpc>
              <a:buNone/>
              <a:tabLst>
                <a:tab pos="0" algn="l"/>
              </a:tabLst>
            </a:pPr>
            <a:r>
              <a:rPr lang="en" sz="4000" b="1" u="none" strike="noStrike" dirty="0">
                <a:solidFill>
                  <a:schemeClr val="lt1"/>
                </a:solidFill>
                <a:effectLst/>
                <a:uFillTx/>
                <a:latin typeface="Arial"/>
                <a:ea typeface="Arial"/>
              </a:rPr>
              <a:t>SAMPLE</a:t>
            </a:r>
            <a:endParaRPr lang="en-GB" sz="4000" b="0" u="none" strike="noStrike" dirty="0">
              <a:solidFill>
                <a:srgbClr val="FFFFFF"/>
              </a:solidFill>
              <a:effectLst/>
              <a:uFillTx/>
              <a:latin typeface="Arial"/>
            </a:endParaRPr>
          </a:p>
          <a:p>
            <a:pPr indent="0">
              <a:lnSpc>
                <a:spcPct val="74000"/>
              </a:lnSpc>
              <a:spcBef>
                <a:spcPts val="799"/>
              </a:spcBef>
              <a:spcAft>
                <a:spcPts val="799"/>
              </a:spcAft>
              <a:buNone/>
              <a:tabLst>
                <a:tab pos="0" algn="l"/>
              </a:tabLst>
            </a:pPr>
            <a:r>
              <a:rPr lang="en" sz="4000" b="1" u="none" strike="noStrike" dirty="0">
                <a:solidFill>
                  <a:schemeClr val="accent1"/>
                </a:solidFill>
                <a:effectLst/>
                <a:uFillTx/>
                <a:latin typeface="Arial"/>
                <a:ea typeface="Arial"/>
              </a:rPr>
              <a:t>SLIDES</a:t>
            </a:r>
            <a:endParaRPr lang="en-GB" sz="4000" b="0" u="none" strike="noStrike" dirty="0">
              <a:solidFill>
                <a:srgbClr val="FFFFFF"/>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PlaceHolder 1"/>
          <p:cNvSpPr>
            <a:spLocks noGrp="1"/>
          </p:cNvSpPr>
          <p:nvPr>
            <p:ph type="title"/>
          </p:nvPr>
        </p:nvSpPr>
        <p:spPr>
          <a:xfrm>
            <a:off x="366480" y="3160440"/>
            <a:ext cx="8602590" cy="439560"/>
          </a:xfrm>
          <a:prstGeom prst="rect">
            <a:avLst/>
          </a:prstGeom>
          <a:noFill/>
          <a:ln w="0">
            <a:noFill/>
          </a:ln>
        </p:spPr>
        <p:txBody>
          <a:bodyPr lIns="91440" tIns="91440" rIns="91440" bIns="91440" anchor="t">
            <a:noAutofit/>
          </a:bodyPr>
          <a:lstStyle/>
          <a:p>
            <a:pPr indent="0">
              <a:lnSpc>
                <a:spcPct val="80000"/>
              </a:lnSpc>
              <a:buNone/>
              <a:tabLst>
                <a:tab pos="0" algn="l"/>
              </a:tabLst>
            </a:pPr>
            <a:r>
              <a:rPr lang="en" sz="1800" b="1" u="none" strike="noStrike" dirty="0">
                <a:solidFill>
                  <a:schemeClr val="dk1"/>
                </a:solidFill>
                <a:effectLst/>
                <a:uFillTx/>
                <a:latin typeface="Arial"/>
                <a:ea typeface="Arial"/>
              </a:rPr>
              <a:t>Subtitle in Arial Bold, 18pt</a:t>
            </a:r>
            <a:endParaRPr lang="en-GB" sz="1800" b="0" u="none" strike="noStrike" dirty="0">
              <a:solidFill>
                <a:srgbClr val="000000"/>
              </a:solidFill>
              <a:effectLst/>
              <a:uFillTx/>
              <a:latin typeface="Arial"/>
            </a:endParaRPr>
          </a:p>
        </p:txBody>
      </p:sp>
      <p:sp>
        <p:nvSpPr>
          <p:cNvPr id="292" name="PlaceHolder 2"/>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90000"/>
              </a:lnSpc>
              <a:buNone/>
              <a:tabLst>
                <a:tab pos="0" algn="l"/>
              </a:tabLst>
            </a:pPr>
            <a:r>
              <a:rPr lang="en" sz="1400" b="1" u="none" strike="noStrike">
                <a:solidFill>
                  <a:schemeClr val="dk1"/>
                </a:solidFill>
                <a:effectLst/>
                <a:uFillTx/>
                <a:latin typeface="Arial"/>
                <a:ea typeface="Arial"/>
              </a:rPr>
              <a:t>First Lastname  |  Date</a:t>
            </a:r>
            <a:endParaRPr lang="en-GB" sz="1400" b="0" u="none" strike="noStrike">
              <a:solidFill>
                <a:srgbClr val="000000"/>
              </a:solidFill>
              <a:effectLst/>
              <a:uFillTx/>
              <a:latin typeface="Arial"/>
            </a:endParaRPr>
          </a:p>
        </p:txBody>
      </p:sp>
      <p:sp>
        <p:nvSpPr>
          <p:cNvPr id="293" name="PlaceHolder 3"/>
          <p:cNvSpPr>
            <a:spLocks noGrp="1"/>
          </p:cNvSpPr>
          <p:nvPr>
            <p:ph type="title"/>
          </p:nvPr>
        </p:nvSpPr>
        <p:spPr>
          <a:xfrm>
            <a:off x="366479" y="1188720"/>
            <a:ext cx="8602591" cy="1917360"/>
          </a:xfrm>
          <a:prstGeom prst="rect">
            <a:avLst/>
          </a:prstGeom>
          <a:noFill/>
          <a:ln w="0">
            <a:noFill/>
          </a:ln>
        </p:spPr>
        <p:txBody>
          <a:bodyPr lIns="91440" tIns="91440" rIns="91440" bIns="91440" anchor="b">
            <a:noAutofit/>
          </a:bodyPr>
          <a:lstStyle/>
          <a:p>
            <a:pPr indent="0">
              <a:lnSpc>
                <a:spcPct val="85000"/>
              </a:lnSpc>
              <a:buNone/>
              <a:tabLst>
                <a:tab pos="0" algn="l"/>
              </a:tabLst>
            </a:pPr>
            <a:r>
              <a:rPr lang="en" sz="4400" b="1" u="none" strike="noStrike" dirty="0">
                <a:solidFill>
                  <a:schemeClr val="lt1"/>
                </a:solidFill>
                <a:effectLst/>
                <a:uFillTx/>
                <a:latin typeface="Arial"/>
                <a:ea typeface="Arial"/>
              </a:rPr>
              <a:t>TITLE IN ARIAL BOLD,</a:t>
            </a:r>
            <a:br>
              <a:rPr sz="4400" dirty="0"/>
            </a:br>
            <a:r>
              <a:rPr lang="en" sz="4400" b="1" u="none" strike="noStrike" dirty="0">
                <a:solidFill>
                  <a:schemeClr val="dk1"/>
                </a:solidFill>
                <a:effectLst/>
                <a:uFillTx/>
                <a:latin typeface="Arial"/>
                <a:ea typeface="Arial"/>
              </a:rPr>
              <a:t>44PT ALL CAPS</a:t>
            </a:r>
            <a:endParaRPr lang="en-GB" sz="4400" b="0" u="none" strike="noStrike" dirty="0">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94" name="Google Shape;592;p52"/>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95" name="Google Shape;593;p52"/>
          <p:cNvSpPr/>
          <p:nvPr/>
        </p:nvSpPr>
        <p:spPr>
          <a:xfrm>
            <a:off x="6097680" y="0"/>
            <a:ext cx="3043800" cy="51408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pic>
        <p:nvPicPr>
          <p:cNvPr id="296" name="Google Shape;594;p52"/>
          <p:cNvPicPr/>
          <p:nvPr/>
        </p:nvPicPr>
        <p:blipFill>
          <a:blip r:embed="rId2"/>
          <a:stretch/>
        </p:blipFill>
        <p:spPr>
          <a:xfrm>
            <a:off x="6581880" y="2012040"/>
            <a:ext cx="2100240" cy="745200"/>
          </a:xfrm>
          <a:prstGeom prst="rect">
            <a:avLst/>
          </a:prstGeom>
          <a:noFill/>
          <a:ln w="0">
            <a:noFill/>
          </a:ln>
        </p:spPr>
      </p:pic>
      <p:sp>
        <p:nvSpPr>
          <p:cNvPr id="297" name="PlaceHolder 1"/>
          <p:cNvSpPr>
            <a:spLocks noGrp="1"/>
          </p:cNvSpPr>
          <p:nvPr>
            <p:ph type="title"/>
          </p:nvPr>
        </p:nvSpPr>
        <p:spPr>
          <a:xfrm>
            <a:off x="366480" y="1188720"/>
            <a:ext cx="5727960" cy="1917360"/>
          </a:xfrm>
          <a:prstGeom prst="rect">
            <a:avLst/>
          </a:prstGeom>
          <a:noFill/>
          <a:ln w="0">
            <a:noFill/>
          </a:ln>
        </p:spPr>
        <p:txBody>
          <a:bodyPr lIns="91440" tIns="91440" rIns="91440" bIns="91440" anchor="b">
            <a:noAutofit/>
          </a:bodyPr>
          <a:lstStyle/>
          <a:p>
            <a:pPr indent="0">
              <a:lnSpc>
                <a:spcPct val="85000"/>
              </a:lnSpc>
              <a:buNone/>
              <a:tabLst>
                <a:tab pos="0" algn="l"/>
              </a:tabLst>
            </a:pPr>
            <a:r>
              <a:rPr lang="en" sz="4400" b="1" u="none" strike="noStrike" dirty="0">
                <a:solidFill>
                  <a:schemeClr val="lt1"/>
                </a:solidFill>
                <a:effectLst/>
                <a:uFillTx/>
                <a:latin typeface="Arial"/>
                <a:ea typeface="Arial"/>
              </a:rPr>
              <a:t>COVER SLIDE </a:t>
            </a:r>
            <a:br>
              <a:rPr sz="4400" dirty="0"/>
            </a:br>
            <a:r>
              <a:rPr lang="en" sz="4400" b="1" u="none" strike="noStrike" dirty="0">
                <a:solidFill>
                  <a:schemeClr val="dk1"/>
                </a:solidFill>
                <a:effectLst/>
                <a:uFillTx/>
                <a:latin typeface="Arial"/>
                <a:ea typeface="Arial"/>
              </a:rPr>
              <a:t>WITH CUSTOMER LOGO</a:t>
            </a:r>
            <a:endParaRPr lang="en-GB" sz="4400" b="0" u="none" strike="noStrike" dirty="0">
              <a:solidFill>
                <a:srgbClr val="000000"/>
              </a:solidFill>
              <a:effectLst/>
              <a:uFillTx/>
              <a:latin typeface="Arial"/>
            </a:endParaRPr>
          </a:p>
        </p:txBody>
      </p:sp>
      <p:sp>
        <p:nvSpPr>
          <p:cNvPr id="298" name="PlaceHolder 2"/>
          <p:cNvSpPr>
            <a:spLocks noGrp="1"/>
          </p:cNvSpPr>
          <p:nvPr>
            <p:ph type="title"/>
          </p:nvPr>
        </p:nvSpPr>
        <p:spPr>
          <a:xfrm>
            <a:off x="366480" y="3160440"/>
            <a:ext cx="5727960" cy="439560"/>
          </a:xfrm>
          <a:prstGeom prst="rect">
            <a:avLst/>
          </a:prstGeom>
          <a:noFill/>
          <a:ln w="0">
            <a:noFill/>
          </a:ln>
        </p:spPr>
        <p:txBody>
          <a:bodyPr lIns="91440" tIns="91440" rIns="91440" bIns="91440" anchor="t">
            <a:noAutofit/>
          </a:bodyPr>
          <a:lstStyle/>
          <a:p>
            <a:pPr indent="0">
              <a:lnSpc>
                <a:spcPct val="105000"/>
              </a:lnSpc>
              <a:spcAft>
                <a:spcPts val="1001"/>
              </a:spcAft>
              <a:buNone/>
              <a:tabLst>
                <a:tab pos="0" algn="l"/>
              </a:tabLst>
            </a:pPr>
            <a:r>
              <a:rPr lang="en" sz="1800" b="1" u="none" strike="noStrike" dirty="0">
                <a:solidFill>
                  <a:schemeClr val="dk1"/>
                </a:solidFill>
                <a:effectLst/>
                <a:uFillTx/>
                <a:latin typeface="Arial"/>
                <a:ea typeface="Arial"/>
              </a:rPr>
              <a:t>Useful for customized sales presentations</a:t>
            </a:r>
            <a:endParaRPr lang="en-GB" sz="1800" b="0" u="none" strike="noStrike" dirty="0">
              <a:solidFill>
                <a:srgbClr val="000000"/>
              </a:solidFill>
              <a:effectLst/>
              <a:uFillTx/>
              <a:latin typeface="Arial"/>
            </a:endParaRPr>
          </a:p>
        </p:txBody>
      </p:sp>
      <p:sp>
        <p:nvSpPr>
          <p:cNvPr id="299" name="PlaceHolder 3"/>
          <p:cNvSpPr>
            <a:spLocks noGrp="1"/>
          </p:cNvSpPr>
          <p:nvPr>
            <p:ph type="title"/>
          </p:nvPr>
        </p:nvSpPr>
        <p:spPr>
          <a:xfrm>
            <a:off x="366480" y="4275720"/>
            <a:ext cx="4202640" cy="459720"/>
          </a:xfrm>
          <a:prstGeom prst="rect">
            <a:avLst/>
          </a:prstGeom>
          <a:noFill/>
          <a:ln w="0">
            <a:noFill/>
          </a:ln>
        </p:spPr>
        <p:txBody>
          <a:bodyPr lIns="91440" tIns="91440" rIns="91440" bIns="91440" anchor="b">
            <a:spAutoFit/>
          </a:bodyPr>
          <a:lstStyle/>
          <a:p>
            <a:pPr indent="0">
              <a:lnSpc>
                <a:spcPct val="90000"/>
              </a:lnSpc>
              <a:spcAft>
                <a:spcPts val="1001"/>
              </a:spcAft>
              <a:buNone/>
              <a:tabLst>
                <a:tab pos="0" algn="l"/>
              </a:tabLst>
            </a:pPr>
            <a:r>
              <a:rPr lang="en" sz="1400" b="1" u="none" strike="noStrike">
                <a:solidFill>
                  <a:schemeClr val="dk1"/>
                </a:solidFill>
                <a:effectLst/>
                <a:uFillTx/>
                <a:latin typeface="Arial"/>
                <a:ea typeface="Arial"/>
              </a:rPr>
              <a:t>First Lastname  |  Date</a:t>
            </a:r>
            <a:endParaRPr lang="en-GB" sz="1400" b="0" u="none" strike="noStrike">
              <a:solidFill>
                <a:srgbClr val="000000"/>
              </a:solidFill>
              <a:effectLst/>
              <a:uFillTx/>
              <a:latin typeface="Arial"/>
            </a:endParaRPr>
          </a:p>
        </p:txBody>
      </p:sp>
      <p:sp>
        <p:nvSpPr>
          <p:cNvPr id="300" name="PlaceHolder 4"/>
          <p:cNvSpPr>
            <a:spLocks noGrp="1"/>
          </p:cNvSpPr>
          <p:nvPr>
            <p:ph type="sldNum" idx="24"/>
          </p:nvPr>
        </p:nvSpPr>
        <p:spPr>
          <a:xfrm>
            <a:off x="8229600" y="485928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11E606F8-2983-40AC-A67C-7975363D58AC}" type="slidenum">
              <a:rPr lang="en" sz="600" b="0" u="none" strike="noStrike">
                <a:solidFill>
                  <a:srgbClr val="929292"/>
                </a:solidFill>
                <a:effectLst/>
                <a:uFillTx/>
                <a:latin typeface="Arial"/>
                <a:ea typeface="Arial"/>
              </a:rPr>
              <a:t>6</a:t>
            </a:fld>
            <a:endParaRPr lang="en-GB" sz="600" b="0" u="none" strike="noStrike">
              <a:solidFill>
                <a:srgbClr val="000000"/>
              </a:solidFill>
              <a:effectLst/>
              <a:uFillTx/>
              <a:latin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PlaceHolder 1"/>
          <p:cNvSpPr>
            <a:spLocks noGrp="1"/>
          </p:cNvSpPr>
          <p:nvPr>
            <p:ph/>
          </p:nvPr>
        </p:nvSpPr>
        <p:spPr>
          <a:xfrm>
            <a:off x="365760" y="1214280"/>
            <a:ext cx="8714630" cy="2711880"/>
          </a:xfrm>
          <a:prstGeom prst="rect">
            <a:avLst/>
          </a:prstGeom>
          <a:noFill/>
          <a:ln w="0">
            <a:noFill/>
          </a:ln>
        </p:spPr>
        <p:txBody>
          <a:bodyPr lIns="91440" tIns="45720" rIns="91440" bIns="45720" anchor="ctr">
            <a:noAutofit/>
          </a:bodyPr>
          <a:lstStyle/>
          <a:p>
            <a:pPr indent="0">
              <a:lnSpc>
                <a:spcPct val="74000"/>
              </a:lnSpc>
              <a:buNone/>
              <a:tabLst>
                <a:tab pos="0" algn="l"/>
              </a:tabLst>
            </a:pPr>
            <a:r>
              <a:rPr lang="en" sz="4000" b="1" u="none" strike="noStrike" dirty="0">
                <a:solidFill>
                  <a:schemeClr val="lt1"/>
                </a:solidFill>
                <a:effectLst/>
                <a:uFillTx/>
                <a:latin typeface="Arial"/>
                <a:ea typeface="Arial"/>
              </a:rPr>
              <a:t>CH. TITLE, ALL CAPS</a:t>
            </a:r>
            <a:endParaRPr lang="en-GB" sz="4000" b="0" u="none" strike="noStrike" dirty="0">
              <a:solidFill>
                <a:srgbClr val="FFFFFF"/>
              </a:solidFill>
              <a:effectLst/>
              <a:uFillTx/>
              <a:latin typeface="Arial"/>
            </a:endParaRPr>
          </a:p>
          <a:p>
            <a:pPr indent="0">
              <a:lnSpc>
                <a:spcPct val="74000"/>
              </a:lnSpc>
              <a:spcBef>
                <a:spcPts val="799"/>
              </a:spcBef>
              <a:spcAft>
                <a:spcPts val="799"/>
              </a:spcAft>
              <a:buNone/>
              <a:tabLst>
                <a:tab pos="0" algn="l"/>
              </a:tabLst>
            </a:pPr>
            <a:r>
              <a:rPr lang="en" sz="4000" b="1" u="none" strike="noStrike" dirty="0">
                <a:solidFill>
                  <a:schemeClr val="accent1"/>
                </a:solidFill>
                <a:effectLst/>
                <a:uFillTx/>
                <a:latin typeface="Arial"/>
                <a:ea typeface="Arial"/>
              </a:rPr>
              <a:t>OPTION 4</a:t>
            </a:r>
            <a:endParaRPr lang="en-GB" sz="4000" b="0" u="none" strike="noStrike" dirty="0">
              <a:solidFill>
                <a:srgbClr val="FFFFFF"/>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PlaceHolder 1"/>
          <p:cNvSpPr>
            <a:spLocks noGrp="1"/>
          </p:cNvSpPr>
          <p:nvPr>
            <p:ph/>
          </p:nvPr>
        </p:nvSpPr>
        <p:spPr>
          <a:xfrm>
            <a:off x="365760" y="1371600"/>
            <a:ext cx="8272440" cy="2915640"/>
          </a:xfrm>
          <a:prstGeom prst="rect">
            <a:avLst/>
          </a:prstGeom>
          <a:noFill/>
          <a:ln w="0">
            <a:noFill/>
          </a:ln>
        </p:spPr>
        <p:txBody>
          <a:bodyPr lIns="91440" tIns="91440" rIns="91440" bIns="91440" anchor="t">
            <a:spAutoFit/>
          </a:bodyPr>
          <a:lstStyle/>
          <a:p>
            <a:pPr marL="216000" indent="-216000">
              <a:lnSpc>
                <a:spcPct val="115000"/>
              </a:lnSpc>
              <a:spcAft>
                <a:spcPts val="1001"/>
              </a:spcAft>
              <a:buSzPct val="132979"/>
              <a:buBlip>
                <a:blip r:embed="rId2"/>
              </a:buBlip>
              <a:tabLst>
                <a:tab pos="0" algn="l"/>
              </a:tabLst>
            </a:pPr>
            <a:r>
              <a:rPr lang="en" sz="1600" b="0" u="none" strike="noStrike" dirty="0">
                <a:solidFill>
                  <a:srgbClr val="5B5B5B"/>
                </a:solidFill>
                <a:effectLst/>
                <a:uFillTx/>
                <a:latin typeface="Arial"/>
                <a:ea typeface="Arial"/>
              </a:rPr>
              <a:t>Lorem ipsum dolor sit </a:t>
            </a:r>
            <a:r>
              <a:rPr lang="en" sz="1600" b="0" u="none" strike="noStrike" dirty="0" err="1">
                <a:solidFill>
                  <a:srgbClr val="5B5B5B"/>
                </a:solidFill>
                <a:effectLst/>
                <a:uFillTx/>
                <a:latin typeface="Arial"/>
                <a:ea typeface="Arial"/>
              </a:rPr>
              <a:t>amet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consectetur</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adipiscing</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elit</a:t>
            </a:r>
            <a:r>
              <a:rPr lang="en" sz="1600" b="0" u="none" strike="noStrike" dirty="0">
                <a:solidFill>
                  <a:srgbClr val="5B5B5B"/>
                </a:solidFill>
                <a:effectLst/>
                <a:uFillTx/>
                <a:latin typeface="Arial"/>
                <a:ea typeface="Arial"/>
              </a:rPr>
              <a:t>, sed do </a:t>
            </a:r>
            <a:r>
              <a:rPr lang="en" sz="1600" b="0" u="none" strike="noStrike" dirty="0" err="1">
                <a:solidFill>
                  <a:srgbClr val="5B5B5B"/>
                </a:solidFill>
                <a:effectLst/>
                <a:uFillTx/>
                <a:latin typeface="Arial"/>
                <a:ea typeface="Arial"/>
              </a:rPr>
              <a:t>eiusmod</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tempor</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incididunt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ut</a:t>
            </a:r>
            <a:r>
              <a:rPr lang="en" sz="1600" b="0" u="none" strike="noStrike" dirty="0">
                <a:solidFill>
                  <a:srgbClr val="5B5B5B"/>
                </a:solidFill>
                <a:effectLst/>
                <a:uFillTx/>
                <a:latin typeface="Arial"/>
                <a:ea typeface="Arial"/>
              </a:rPr>
              <a:t> labore et dolore magna </a:t>
            </a:r>
            <a:r>
              <a:rPr lang="en" sz="1600" b="0" u="none" strike="noStrike" dirty="0" err="1">
                <a:solidFill>
                  <a:srgbClr val="5B5B5B"/>
                </a:solidFill>
                <a:effectLst/>
                <a:uFillTx/>
                <a:latin typeface="Arial"/>
                <a:ea typeface="Arial"/>
              </a:rPr>
              <a:t>aliqua</a:t>
            </a:r>
            <a:r>
              <a:rPr lang="en" sz="1600" b="0" u="none" strike="noStrike" dirty="0">
                <a:solidFill>
                  <a:srgbClr val="5B5B5B"/>
                </a:solidFill>
                <a:effectLst/>
                <a:uFillTx/>
                <a:latin typeface="Arial"/>
                <a:ea typeface="Arial"/>
              </a:rPr>
              <a:t>. Ut </a:t>
            </a:r>
            <a:r>
              <a:rPr lang="en" sz="1600" b="0" u="none" strike="noStrike" dirty="0" err="1">
                <a:solidFill>
                  <a:srgbClr val="5B5B5B"/>
                </a:solidFill>
                <a:effectLst/>
                <a:uFillTx/>
                <a:latin typeface="Arial"/>
                <a:ea typeface="Arial"/>
              </a:rPr>
              <a:t>enim</a:t>
            </a:r>
            <a:r>
              <a:rPr lang="en" sz="1600" b="0" u="none" strike="noStrike" dirty="0">
                <a:solidFill>
                  <a:srgbClr val="5B5B5B"/>
                </a:solidFill>
                <a:effectLst/>
                <a:uFillTx/>
                <a:latin typeface="Arial"/>
                <a:ea typeface="Arial"/>
              </a:rPr>
              <a:t> ad minim </a:t>
            </a:r>
            <a:r>
              <a:rPr lang="en" sz="1600" b="0" u="none" strike="noStrike" dirty="0" err="1">
                <a:solidFill>
                  <a:srgbClr val="5B5B5B"/>
                </a:solidFill>
                <a:effectLst/>
                <a:uFillTx/>
                <a:latin typeface="Arial"/>
                <a:ea typeface="Arial"/>
              </a:rPr>
              <a:t>veniam</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quis</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nostrud</a:t>
            </a:r>
            <a:r>
              <a:rPr lang="en" sz="1600" b="0" u="none" strike="noStrike" dirty="0">
                <a:solidFill>
                  <a:srgbClr val="5B5B5B"/>
                </a:solidFill>
                <a:effectLst/>
                <a:uFillTx/>
                <a:latin typeface="Arial"/>
                <a:ea typeface="Arial"/>
              </a:rPr>
              <a:t> exercitation </a:t>
            </a:r>
            <a:r>
              <a:rPr lang="en" sz="1600" b="0" u="none" strike="noStrike" dirty="0" err="1">
                <a:solidFill>
                  <a:srgbClr val="5B5B5B"/>
                </a:solidFill>
                <a:effectLst/>
                <a:uFillTx/>
                <a:latin typeface="Arial"/>
                <a:ea typeface="Arial"/>
              </a:rPr>
              <a:t>ullamco</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laboris</a:t>
            </a:r>
            <a:r>
              <a:rPr lang="en" sz="1600" b="0" u="none" strike="noStrike" dirty="0">
                <a:solidFill>
                  <a:srgbClr val="5B5B5B"/>
                </a:solidFill>
                <a:effectLst/>
                <a:uFillTx/>
                <a:latin typeface="Arial"/>
                <a:ea typeface="Arial"/>
              </a:rPr>
              <a:t>.</a:t>
            </a:r>
            <a:endParaRPr lang="en-GB" sz="1600" b="0" u="none" strike="noStrike" dirty="0">
              <a:solidFill>
                <a:srgbClr val="000000"/>
              </a:solidFill>
              <a:effectLst/>
              <a:uFillTx/>
              <a:latin typeface="Arial"/>
            </a:endParaRPr>
          </a:p>
          <a:p>
            <a:pPr marL="216000" indent="-216000">
              <a:lnSpc>
                <a:spcPct val="115000"/>
              </a:lnSpc>
              <a:spcAft>
                <a:spcPts val="1001"/>
              </a:spcAft>
              <a:buSzPct val="132979"/>
              <a:buBlip>
                <a:blip r:embed="rId2"/>
              </a:buBlip>
              <a:tabLst>
                <a:tab pos="0" algn="l"/>
              </a:tabLst>
            </a:pPr>
            <a:r>
              <a:rPr lang="en" sz="1600" b="0" u="none" strike="noStrike" dirty="0">
                <a:solidFill>
                  <a:srgbClr val="5B5B5B"/>
                </a:solidFill>
                <a:effectLst/>
                <a:uFillTx/>
                <a:latin typeface="Arial"/>
                <a:ea typeface="Arial"/>
              </a:rPr>
              <a:t>Lorem ipsum dolor sit </a:t>
            </a:r>
            <a:r>
              <a:rPr lang="en" sz="1600" b="0" u="none" strike="noStrike" dirty="0" err="1">
                <a:solidFill>
                  <a:srgbClr val="5B5B5B"/>
                </a:solidFill>
                <a:effectLst/>
                <a:uFillTx/>
                <a:latin typeface="Arial"/>
                <a:ea typeface="Arial"/>
              </a:rPr>
              <a:t>amet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consectetur</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adipiscing</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elit</a:t>
            </a:r>
            <a:r>
              <a:rPr lang="en" sz="1600" b="0" u="none" strike="noStrike" dirty="0">
                <a:solidFill>
                  <a:srgbClr val="5B5B5B"/>
                </a:solidFill>
                <a:effectLst/>
                <a:uFillTx/>
                <a:latin typeface="Arial"/>
                <a:ea typeface="Arial"/>
              </a:rPr>
              <a:t>, sed do </a:t>
            </a:r>
            <a:r>
              <a:rPr lang="en" sz="1600" b="0" u="none" strike="noStrike" dirty="0" err="1">
                <a:solidFill>
                  <a:srgbClr val="5B5B5B"/>
                </a:solidFill>
                <a:effectLst/>
                <a:uFillTx/>
                <a:latin typeface="Arial"/>
                <a:ea typeface="Arial"/>
              </a:rPr>
              <a:t>eiusmod</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tempor</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incididunt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ut</a:t>
            </a:r>
            <a:r>
              <a:rPr lang="en" sz="1600" b="0" u="none" strike="noStrike" dirty="0">
                <a:solidFill>
                  <a:srgbClr val="5B5B5B"/>
                </a:solidFill>
                <a:effectLst/>
                <a:uFillTx/>
                <a:latin typeface="Arial"/>
                <a:ea typeface="Arial"/>
              </a:rPr>
              <a:t> labore et dolore magna </a:t>
            </a:r>
            <a:r>
              <a:rPr lang="en" sz="1600" b="0" u="none" strike="noStrike" dirty="0" err="1">
                <a:solidFill>
                  <a:srgbClr val="5B5B5B"/>
                </a:solidFill>
                <a:effectLst/>
                <a:uFillTx/>
                <a:latin typeface="Arial"/>
                <a:ea typeface="Arial"/>
              </a:rPr>
              <a:t>aliqua</a:t>
            </a:r>
            <a:r>
              <a:rPr lang="en" sz="1600" b="0" u="none" strike="noStrike" dirty="0">
                <a:solidFill>
                  <a:srgbClr val="5B5B5B"/>
                </a:solidFill>
                <a:effectLst/>
                <a:uFillTx/>
                <a:latin typeface="Arial"/>
                <a:ea typeface="Arial"/>
              </a:rPr>
              <a:t>. Ut </a:t>
            </a:r>
            <a:r>
              <a:rPr lang="en" sz="1600" b="0" u="none" strike="noStrike" dirty="0" err="1">
                <a:solidFill>
                  <a:srgbClr val="5B5B5B"/>
                </a:solidFill>
                <a:effectLst/>
                <a:uFillTx/>
                <a:latin typeface="Arial"/>
                <a:ea typeface="Arial"/>
              </a:rPr>
              <a:t>enim</a:t>
            </a:r>
            <a:r>
              <a:rPr lang="en" sz="1600" b="0" u="none" strike="noStrike" dirty="0">
                <a:solidFill>
                  <a:srgbClr val="5B5B5B"/>
                </a:solidFill>
                <a:effectLst/>
                <a:uFillTx/>
                <a:latin typeface="Arial"/>
                <a:ea typeface="Arial"/>
              </a:rPr>
              <a:t> ad minim </a:t>
            </a:r>
            <a:r>
              <a:rPr lang="en" sz="1600" b="0" u="none" strike="noStrike" dirty="0" err="1">
                <a:solidFill>
                  <a:srgbClr val="5B5B5B"/>
                </a:solidFill>
                <a:effectLst/>
                <a:uFillTx/>
                <a:latin typeface="Arial"/>
                <a:ea typeface="Arial"/>
              </a:rPr>
              <a:t>veniam</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quis</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nostrud</a:t>
            </a:r>
            <a:r>
              <a:rPr lang="en" sz="1600" b="0" u="none" strike="noStrike" dirty="0">
                <a:solidFill>
                  <a:srgbClr val="5B5B5B"/>
                </a:solidFill>
                <a:effectLst/>
                <a:uFillTx/>
                <a:latin typeface="Arial"/>
                <a:ea typeface="Arial"/>
              </a:rPr>
              <a:t> exercitation </a:t>
            </a:r>
            <a:r>
              <a:rPr lang="en" sz="1600" b="0" u="none" strike="noStrike" dirty="0" err="1">
                <a:solidFill>
                  <a:srgbClr val="5B5B5B"/>
                </a:solidFill>
                <a:effectLst/>
                <a:uFillTx/>
                <a:latin typeface="Arial"/>
                <a:ea typeface="Arial"/>
              </a:rPr>
              <a:t>ullamco</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laboris</a:t>
            </a:r>
            <a:r>
              <a:rPr lang="en" sz="1600" b="0" u="none" strike="noStrike" dirty="0">
                <a:solidFill>
                  <a:srgbClr val="5B5B5B"/>
                </a:solidFill>
                <a:effectLst/>
                <a:uFillTx/>
                <a:latin typeface="Arial"/>
                <a:ea typeface="Arial"/>
              </a:rPr>
              <a:t>.</a:t>
            </a:r>
            <a:endParaRPr lang="en-GB" sz="1600" b="0" u="none" strike="noStrike" dirty="0">
              <a:solidFill>
                <a:srgbClr val="000000"/>
              </a:solidFill>
              <a:effectLst/>
              <a:uFillTx/>
              <a:latin typeface="Arial"/>
            </a:endParaRPr>
          </a:p>
          <a:p>
            <a:pPr marL="216000" indent="-216000">
              <a:lnSpc>
                <a:spcPct val="115000"/>
              </a:lnSpc>
              <a:spcAft>
                <a:spcPts val="1001"/>
              </a:spcAft>
              <a:buSzPct val="132979"/>
              <a:buBlip>
                <a:blip r:embed="rId2"/>
              </a:buBlip>
              <a:tabLst>
                <a:tab pos="0" algn="l"/>
              </a:tabLst>
            </a:pPr>
            <a:r>
              <a:rPr lang="en" sz="1600" b="0" u="none" strike="noStrike" dirty="0">
                <a:solidFill>
                  <a:srgbClr val="5B5B5B"/>
                </a:solidFill>
                <a:effectLst/>
                <a:uFillTx/>
                <a:latin typeface="Arial"/>
                <a:ea typeface="Arial"/>
              </a:rPr>
              <a:t>Lorem ipsum dolor sit </a:t>
            </a:r>
            <a:r>
              <a:rPr lang="en" sz="1600" b="0" u="none" strike="noStrike" dirty="0" err="1">
                <a:solidFill>
                  <a:srgbClr val="5B5B5B"/>
                </a:solidFill>
                <a:effectLst/>
                <a:uFillTx/>
                <a:latin typeface="Arial"/>
                <a:ea typeface="Arial"/>
              </a:rPr>
              <a:t>amet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consectetur</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adipiscing</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elit</a:t>
            </a:r>
            <a:r>
              <a:rPr lang="en" sz="1600" b="0" u="none" strike="noStrike" dirty="0">
                <a:solidFill>
                  <a:srgbClr val="5B5B5B"/>
                </a:solidFill>
                <a:effectLst/>
                <a:uFillTx/>
                <a:latin typeface="Arial"/>
                <a:ea typeface="Arial"/>
              </a:rPr>
              <a:t>, sed do </a:t>
            </a:r>
            <a:r>
              <a:rPr lang="en" sz="1600" b="0" u="none" strike="noStrike" dirty="0" err="1">
                <a:solidFill>
                  <a:srgbClr val="5B5B5B"/>
                </a:solidFill>
                <a:effectLst/>
                <a:uFillTx/>
                <a:latin typeface="Arial"/>
                <a:ea typeface="Arial"/>
              </a:rPr>
              <a:t>eiusmod</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tempor</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incididunt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ut</a:t>
            </a:r>
            <a:r>
              <a:rPr lang="en" sz="1600" b="0" u="none" strike="noStrike" dirty="0">
                <a:solidFill>
                  <a:srgbClr val="5B5B5B"/>
                </a:solidFill>
                <a:effectLst/>
                <a:uFillTx/>
                <a:latin typeface="Arial"/>
                <a:ea typeface="Arial"/>
              </a:rPr>
              <a:t> labore et dolore magna </a:t>
            </a:r>
            <a:r>
              <a:rPr lang="en" sz="1600" b="0" u="none" strike="noStrike" dirty="0" err="1">
                <a:solidFill>
                  <a:srgbClr val="5B5B5B"/>
                </a:solidFill>
                <a:effectLst/>
                <a:uFillTx/>
                <a:latin typeface="Arial"/>
                <a:ea typeface="Arial"/>
              </a:rPr>
              <a:t>aliqua</a:t>
            </a:r>
            <a:r>
              <a:rPr lang="en" sz="1600" b="0" u="none" strike="noStrike" dirty="0">
                <a:solidFill>
                  <a:srgbClr val="5B5B5B"/>
                </a:solidFill>
                <a:effectLst/>
                <a:uFillTx/>
                <a:latin typeface="Arial"/>
                <a:ea typeface="Arial"/>
              </a:rPr>
              <a:t>. Ut </a:t>
            </a:r>
            <a:r>
              <a:rPr lang="en" sz="1600" b="0" u="none" strike="noStrike" dirty="0" err="1">
                <a:solidFill>
                  <a:srgbClr val="5B5B5B"/>
                </a:solidFill>
                <a:effectLst/>
                <a:uFillTx/>
                <a:latin typeface="Arial"/>
                <a:ea typeface="Arial"/>
              </a:rPr>
              <a:t>enim</a:t>
            </a:r>
            <a:r>
              <a:rPr lang="en" sz="1600" b="0" u="none" strike="noStrike" dirty="0">
                <a:solidFill>
                  <a:srgbClr val="5B5B5B"/>
                </a:solidFill>
                <a:effectLst/>
                <a:uFillTx/>
                <a:latin typeface="Arial"/>
                <a:ea typeface="Arial"/>
              </a:rPr>
              <a:t> ad minim </a:t>
            </a:r>
            <a:r>
              <a:rPr lang="en" sz="1600" b="0" u="none" strike="noStrike" dirty="0" err="1">
                <a:solidFill>
                  <a:srgbClr val="5B5B5B"/>
                </a:solidFill>
                <a:effectLst/>
                <a:uFillTx/>
                <a:latin typeface="Arial"/>
                <a:ea typeface="Arial"/>
              </a:rPr>
              <a:t>veniam</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quis</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nostrud</a:t>
            </a:r>
            <a:r>
              <a:rPr lang="en" sz="1600" b="0" u="none" strike="noStrike" dirty="0">
                <a:solidFill>
                  <a:srgbClr val="5B5B5B"/>
                </a:solidFill>
                <a:effectLst/>
                <a:uFillTx/>
                <a:latin typeface="Arial"/>
                <a:ea typeface="Arial"/>
              </a:rPr>
              <a:t> exercitation </a:t>
            </a:r>
            <a:r>
              <a:rPr lang="en" sz="1600" b="0" u="none" strike="noStrike" dirty="0" err="1">
                <a:solidFill>
                  <a:srgbClr val="5B5B5B"/>
                </a:solidFill>
                <a:effectLst/>
                <a:uFillTx/>
                <a:latin typeface="Arial"/>
                <a:ea typeface="Arial"/>
              </a:rPr>
              <a:t>ullamco</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laboris</a:t>
            </a:r>
            <a:r>
              <a:rPr lang="en" sz="1600" b="0" u="none" strike="noStrike" dirty="0">
                <a:solidFill>
                  <a:srgbClr val="5B5B5B"/>
                </a:solidFill>
                <a:effectLst/>
                <a:uFillTx/>
                <a:latin typeface="Arial"/>
                <a:ea typeface="Arial"/>
              </a:rPr>
              <a:t>.</a:t>
            </a:r>
            <a:endParaRPr lang="en-GB" sz="1600" b="0" u="none" strike="noStrike" dirty="0">
              <a:solidFill>
                <a:srgbClr val="000000"/>
              </a:solidFill>
              <a:effectLst/>
              <a:uFillTx/>
              <a:latin typeface="Arial"/>
            </a:endParaRPr>
          </a:p>
        </p:txBody>
      </p:sp>
      <p:sp>
        <p:nvSpPr>
          <p:cNvPr id="303" name="PlaceHolder 2"/>
          <p:cNvSpPr>
            <a:spLocks noGrp="1"/>
          </p:cNvSpPr>
          <p:nvPr>
            <p:ph type="title"/>
          </p:nvPr>
        </p:nvSpPr>
        <p:spPr>
          <a:xfrm>
            <a:off x="365760" y="274320"/>
            <a:ext cx="8318160" cy="581760"/>
          </a:xfrm>
          <a:prstGeom prst="rect">
            <a:avLst/>
          </a:prstGeom>
          <a:noFill/>
          <a:ln w="0">
            <a:noFill/>
          </a:ln>
        </p:spPr>
        <p:txBody>
          <a:bodyPr lIns="91440" tIns="91440" rIns="91440" bIns="91440" anchor="t">
            <a:spAutoFit/>
          </a:bodyPr>
          <a:lstStyle/>
          <a:p>
            <a:pPr indent="0">
              <a:lnSpc>
                <a:spcPct val="85000"/>
              </a:lnSpc>
              <a:spcAft>
                <a:spcPts val="1001"/>
              </a:spcAft>
              <a:buNone/>
              <a:tabLst>
                <a:tab pos="0" algn="l"/>
              </a:tabLst>
            </a:pPr>
            <a:r>
              <a:rPr lang="en" sz="2600" b="1" u="none" strike="noStrike" dirty="0">
                <a:solidFill>
                  <a:schemeClr val="dk1"/>
                </a:solidFill>
                <a:effectLst/>
                <a:uFillTx/>
                <a:latin typeface="Arial"/>
                <a:ea typeface="Arial"/>
              </a:rPr>
              <a:t>One Column Layout</a:t>
            </a:r>
            <a:endParaRPr lang="en-GB" sz="2600" b="0" u="none" strike="noStrike" dirty="0">
              <a:solidFill>
                <a:srgbClr val="000000"/>
              </a:solidFill>
              <a:effectLst/>
              <a:uFillTx/>
              <a:latin typeface="Arial"/>
            </a:endParaRPr>
          </a:p>
        </p:txBody>
      </p:sp>
      <p:sp>
        <p:nvSpPr>
          <p:cNvPr id="304" name="PlaceHolder 3"/>
          <p:cNvSpPr>
            <a:spLocks noGrp="1"/>
          </p:cNvSpPr>
          <p:nvPr>
            <p:ph type="sldNum" idx="25"/>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0021C0C-9416-40B2-A459-32DEF891B964}" type="slidenum">
              <a:rPr lang="en" sz="600" b="0" u="none" strike="noStrike">
                <a:solidFill>
                  <a:srgbClr val="929292"/>
                </a:solidFill>
                <a:effectLst/>
                <a:uFillTx/>
                <a:latin typeface="Arial"/>
                <a:ea typeface="Arial"/>
              </a:rPr>
              <a:t>8</a:t>
            </a:fld>
            <a:endParaRPr lang="en-GB" sz="600" b="0" u="none" strike="noStrike">
              <a:solidFill>
                <a:srgbClr val="000000"/>
              </a:solidFill>
              <a:effectLst/>
              <a:uFillTx/>
              <a:latin typeface="Times New Roman"/>
            </a:endParaRPr>
          </a:p>
        </p:txBody>
      </p:sp>
      <p:sp>
        <p:nvSpPr>
          <p:cNvPr id="305" name="PlaceHolder 4"/>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Subtitle if needed</a:t>
            </a:r>
            <a:endParaRPr lang="en-GB" sz="180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 name="PlaceHolder 1"/>
          <p:cNvSpPr>
            <a:spLocks noGrp="1"/>
          </p:cNvSpPr>
          <p:nvPr>
            <p:ph type="title"/>
          </p:nvPr>
        </p:nvSpPr>
        <p:spPr>
          <a:xfrm>
            <a:off x="365760" y="274320"/>
            <a:ext cx="8345520" cy="581760"/>
          </a:xfrm>
          <a:prstGeom prst="rect">
            <a:avLst/>
          </a:prstGeom>
          <a:noFill/>
          <a:ln w="0">
            <a:noFill/>
          </a:ln>
        </p:spPr>
        <p:txBody>
          <a:bodyPr lIns="91440" tIns="91440" rIns="91440" bIns="91440" anchor="t">
            <a:sp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Two Column Layout</a:t>
            </a:r>
            <a:endParaRPr lang="en-GB" sz="2600" b="0" u="none" strike="noStrike">
              <a:solidFill>
                <a:srgbClr val="000000"/>
              </a:solidFill>
              <a:effectLst/>
              <a:uFillTx/>
              <a:latin typeface="Arial"/>
            </a:endParaRPr>
          </a:p>
        </p:txBody>
      </p:sp>
      <p:sp>
        <p:nvSpPr>
          <p:cNvPr id="307" name="PlaceHolder 2"/>
          <p:cNvSpPr>
            <a:spLocks noGrp="1"/>
          </p:cNvSpPr>
          <p:nvPr>
            <p:ph/>
          </p:nvPr>
        </p:nvSpPr>
        <p:spPr>
          <a:xfrm>
            <a:off x="365760" y="1371600"/>
            <a:ext cx="4157640" cy="2965427"/>
          </a:xfrm>
          <a:prstGeom prst="rect">
            <a:avLst/>
          </a:prstGeom>
          <a:noFill/>
          <a:ln w="0">
            <a:noFill/>
          </a:ln>
        </p:spPr>
        <p:txBody>
          <a:bodyPr lIns="91440" tIns="91440" rIns="91440" bIns="91440" anchor="t">
            <a:spAutoFit/>
          </a:bodyPr>
          <a:lstStyle/>
          <a:p>
            <a:pPr indent="0">
              <a:lnSpc>
                <a:spcPct val="115000"/>
              </a:lnSpc>
              <a:spcAft>
                <a:spcPts val="1001"/>
              </a:spcAft>
              <a:buNone/>
              <a:tabLst>
                <a:tab pos="0" algn="l"/>
              </a:tabLst>
            </a:pPr>
            <a:r>
              <a:rPr lang="en" sz="1600" b="0" u="none" strike="noStrike" dirty="0">
                <a:solidFill>
                  <a:srgbClr val="5B5B5B"/>
                </a:solidFill>
                <a:effectLst/>
                <a:uFillTx/>
                <a:latin typeface="Arial"/>
                <a:ea typeface="Arial"/>
              </a:rPr>
              <a:t>Lorem ipsum dolor sit </a:t>
            </a:r>
            <a:r>
              <a:rPr lang="en" sz="1600" b="0" u="none" strike="noStrike" dirty="0" err="1">
                <a:solidFill>
                  <a:srgbClr val="5B5B5B"/>
                </a:solidFill>
                <a:effectLst/>
                <a:uFillTx/>
                <a:latin typeface="Arial"/>
                <a:ea typeface="Arial"/>
              </a:rPr>
              <a:t>amet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consectur</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adipiscing</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elit</a:t>
            </a:r>
            <a:r>
              <a:rPr lang="en" sz="1600" b="0" u="none" strike="noStrike" dirty="0">
                <a:solidFill>
                  <a:srgbClr val="5B5B5B"/>
                </a:solidFill>
                <a:effectLst/>
                <a:uFillTx/>
                <a:latin typeface="Arial"/>
                <a:ea typeface="Arial"/>
              </a:rPr>
              <a:t>, sed do </a:t>
            </a:r>
            <a:r>
              <a:rPr lang="en" sz="1600" b="0" u="none" strike="noStrike" dirty="0" err="1">
                <a:solidFill>
                  <a:srgbClr val="5B5B5B"/>
                </a:solidFill>
                <a:effectLst/>
                <a:uFillTx/>
                <a:latin typeface="Arial"/>
                <a:ea typeface="Arial"/>
              </a:rPr>
              <a:t>eiusmod</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tempor</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incididunt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ut</a:t>
            </a:r>
            <a:r>
              <a:rPr lang="en" sz="1600" b="0" u="none" strike="noStrike" dirty="0">
                <a:solidFill>
                  <a:srgbClr val="5B5B5B"/>
                </a:solidFill>
                <a:effectLst/>
                <a:uFillTx/>
                <a:latin typeface="Arial"/>
                <a:ea typeface="Arial"/>
              </a:rPr>
              <a:t> labore et dolore magna.</a:t>
            </a:r>
          </a:p>
          <a:p>
            <a:pPr>
              <a:lnSpc>
                <a:spcPct val="115000"/>
              </a:lnSpc>
              <a:spcAft>
                <a:spcPts val="1001"/>
              </a:spcAft>
              <a:tabLst>
                <a:tab pos="0" algn="l"/>
              </a:tabLst>
            </a:pPr>
            <a:r>
              <a:rPr lang="en" sz="1600" dirty="0">
                <a:solidFill>
                  <a:srgbClr val="5B5B5B"/>
                </a:solidFill>
                <a:ea typeface="Arial"/>
              </a:rPr>
              <a:t>Lorem ipsum dolor sit </a:t>
            </a:r>
            <a:r>
              <a:rPr lang="en" sz="1600" dirty="0" err="1">
                <a:solidFill>
                  <a:srgbClr val="5B5B5B"/>
                </a:solidFill>
                <a:ea typeface="Arial"/>
              </a:rPr>
              <a:t>amet</a:t>
            </a:r>
            <a:r>
              <a:rPr lang="en" sz="1600" dirty="0">
                <a:solidFill>
                  <a:srgbClr val="5B5B5B"/>
                </a:solidFill>
                <a:ea typeface="Arial"/>
              </a:rPr>
              <a:t>, </a:t>
            </a:r>
            <a:r>
              <a:rPr lang="en" sz="1600" dirty="0" err="1">
                <a:solidFill>
                  <a:srgbClr val="5B5B5B"/>
                </a:solidFill>
                <a:ea typeface="Arial"/>
              </a:rPr>
              <a:t>consectur</a:t>
            </a:r>
            <a:r>
              <a:rPr lang="en" sz="1600" dirty="0">
                <a:solidFill>
                  <a:srgbClr val="5B5B5B"/>
                </a:solidFill>
                <a:ea typeface="Arial"/>
              </a:rPr>
              <a:t> </a:t>
            </a:r>
            <a:r>
              <a:rPr lang="en" sz="1600" dirty="0" err="1">
                <a:solidFill>
                  <a:srgbClr val="5B5B5B"/>
                </a:solidFill>
                <a:ea typeface="Arial"/>
              </a:rPr>
              <a:t>adipiscing</a:t>
            </a:r>
            <a:r>
              <a:rPr lang="en" sz="1600" dirty="0">
                <a:solidFill>
                  <a:srgbClr val="5B5B5B"/>
                </a:solidFill>
                <a:ea typeface="Arial"/>
              </a:rPr>
              <a:t> </a:t>
            </a:r>
            <a:r>
              <a:rPr lang="en" sz="1600" dirty="0" err="1">
                <a:solidFill>
                  <a:srgbClr val="5B5B5B"/>
                </a:solidFill>
                <a:ea typeface="Arial"/>
              </a:rPr>
              <a:t>elit</a:t>
            </a:r>
            <a:r>
              <a:rPr lang="en" sz="1600" dirty="0">
                <a:solidFill>
                  <a:srgbClr val="5B5B5B"/>
                </a:solidFill>
                <a:ea typeface="Arial"/>
              </a:rPr>
              <a:t>, sed do </a:t>
            </a:r>
            <a:r>
              <a:rPr lang="en" sz="1600" dirty="0" err="1">
                <a:solidFill>
                  <a:srgbClr val="5B5B5B"/>
                </a:solidFill>
                <a:ea typeface="Arial"/>
              </a:rPr>
              <a:t>eiusmod</a:t>
            </a:r>
            <a:r>
              <a:rPr lang="en" sz="1600" dirty="0">
                <a:solidFill>
                  <a:srgbClr val="5B5B5B"/>
                </a:solidFill>
                <a:ea typeface="Arial"/>
              </a:rPr>
              <a:t> </a:t>
            </a:r>
            <a:r>
              <a:rPr lang="en" sz="1600" dirty="0" err="1">
                <a:solidFill>
                  <a:srgbClr val="5B5B5B"/>
                </a:solidFill>
                <a:ea typeface="Arial"/>
              </a:rPr>
              <a:t>tempor</a:t>
            </a:r>
            <a:r>
              <a:rPr lang="en" sz="1600" dirty="0">
                <a:solidFill>
                  <a:srgbClr val="5B5B5B"/>
                </a:solidFill>
                <a:ea typeface="Arial"/>
              </a:rPr>
              <a:t> </a:t>
            </a:r>
            <a:r>
              <a:rPr lang="en" sz="1600" dirty="0" err="1">
                <a:solidFill>
                  <a:srgbClr val="5B5B5B"/>
                </a:solidFill>
                <a:ea typeface="Arial"/>
              </a:rPr>
              <a:t>incididunt</a:t>
            </a:r>
            <a:r>
              <a:rPr lang="en" sz="1600" dirty="0">
                <a:solidFill>
                  <a:srgbClr val="5B5B5B"/>
                </a:solidFill>
                <a:ea typeface="Arial"/>
              </a:rPr>
              <a:t> </a:t>
            </a:r>
            <a:r>
              <a:rPr lang="en" sz="1600" dirty="0" err="1">
                <a:solidFill>
                  <a:srgbClr val="5B5B5B"/>
                </a:solidFill>
                <a:ea typeface="Arial"/>
              </a:rPr>
              <a:t>ut</a:t>
            </a:r>
            <a:r>
              <a:rPr lang="en" sz="1600" dirty="0">
                <a:solidFill>
                  <a:srgbClr val="5B5B5B"/>
                </a:solidFill>
                <a:ea typeface="Arial"/>
              </a:rPr>
              <a:t> labore et dolore magna.</a:t>
            </a:r>
            <a:endParaRPr lang="en-GB" sz="1600" dirty="0">
              <a:solidFill>
                <a:srgbClr val="000000"/>
              </a:solidFill>
            </a:endParaRPr>
          </a:p>
          <a:p>
            <a:pPr>
              <a:lnSpc>
                <a:spcPct val="115000"/>
              </a:lnSpc>
              <a:spcAft>
                <a:spcPts val="1001"/>
              </a:spcAft>
              <a:tabLst>
                <a:tab pos="0" algn="l"/>
              </a:tabLst>
            </a:pPr>
            <a:r>
              <a:rPr lang="en" sz="1600" dirty="0">
                <a:solidFill>
                  <a:srgbClr val="5B5B5B"/>
                </a:solidFill>
                <a:ea typeface="Arial"/>
              </a:rPr>
              <a:t>Lorem ipsum dolor sit </a:t>
            </a:r>
            <a:r>
              <a:rPr lang="en" sz="1600" dirty="0" err="1">
                <a:solidFill>
                  <a:srgbClr val="5B5B5B"/>
                </a:solidFill>
                <a:ea typeface="Arial"/>
              </a:rPr>
              <a:t>amet</a:t>
            </a:r>
            <a:r>
              <a:rPr lang="en" sz="1600" dirty="0">
                <a:solidFill>
                  <a:srgbClr val="5B5B5B"/>
                </a:solidFill>
                <a:ea typeface="Arial"/>
              </a:rPr>
              <a:t>, </a:t>
            </a:r>
            <a:r>
              <a:rPr lang="en" sz="1600" dirty="0" err="1">
                <a:solidFill>
                  <a:srgbClr val="5B5B5B"/>
                </a:solidFill>
                <a:ea typeface="Arial"/>
              </a:rPr>
              <a:t>consectur</a:t>
            </a:r>
            <a:r>
              <a:rPr lang="en" sz="1600" dirty="0">
                <a:solidFill>
                  <a:srgbClr val="5B5B5B"/>
                </a:solidFill>
                <a:ea typeface="Arial"/>
              </a:rPr>
              <a:t> </a:t>
            </a:r>
            <a:r>
              <a:rPr lang="en" sz="1600" dirty="0" err="1">
                <a:solidFill>
                  <a:srgbClr val="5B5B5B"/>
                </a:solidFill>
                <a:ea typeface="Arial"/>
              </a:rPr>
              <a:t>adipiscing</a:t>
            </a:r>
            <a:r>
              <a:rPr lang="en" sz="1600" dirty="0">
                <a:solidFill>
                  <a:srgbClr val="5B5B5B"/>
                </a:solidFill>
                <a:ea typeface="Arial"/>
              </a:rPr>
              <a:t> </a:t>
            </a:r>
            <a:r>
              <a:rPr lang="en" sz="1600" dirty="0" err="1">
                <a:solidFill>
                  <a:srgbClr val="5B5B5B"/>
                </a:solidFill>
                <a:ea typeface="Arial"/>
              </a:rPr>
              <a:t>elit</a:t>
            </a:r>
            <a:r>
              <a:rPr lang="en" sz="1600" dirty="0">
                <a:solidFill>
                  <a:srgbClr val="5B5B5B"/>
                </a:solidFill>
                <a:ea typeface="Arial"/>
              </a:rPr>
              <a:t>, sed do </a:t>
            </a:r>
            <a:r>
              <a:rPr lang="en" sz="1600" dirty="0" err="1">
                <a:solidFill>
                  <a:srgbClr val="5B5B5B"/>
                </a:solidFill>
                <a:ea typeface="Arial"/>
              </a:rPr>
              <a:t>eiusmod</a:t>
            </a:r>
            <a:r>
              <a:rPr lang="en" sz="1600" dirty="0">
                <a:solidFill>
                  <a:srgbClr val="5B5B5B"/>
                </a:solidFill>
                <a:ea typeface="Arial"/>
              </a:rPr>
              <a:t> </a:t>
            </a:r>
            <a:r>
              <a:rPr lang="en" sz="1600" dirty="0" err="1">
                <a:solidFill>
                  <a:srgbClr val="5B5B5B"/>
                </a:solidFill>
                <a:ea typeface="Arial"/>
              </a:rPr>
              <a:t>tempor</a:t>
            </a:r>
            <a:r>
              <a:rPr lang="en" sz="1600" dirty="0">
                <a:solidFill>
                  <a:srgbClr val="5B5B5B"/>
                </a:solidFill>
                <a:ea typeface="Arial"/>
              </a:rPr>
              <a:t> </a:t>
            </a:r>
            <a:r>
              <a:rPr lang="en" sz="1600" dirty="0" err="1">
                <a:solidFill>
                  <a:srgbClr val="5B5B5B"/>
                </a:solidFill>
                <a:ea typeface="Arial"/>
              </a:rPr>
              <a:t>incididunt</a:t>
            </a:r>
            <a:r>
              <a:rPr lang="en" sz="1600" dirty="0">
                <a:solidFill>
                  <a:srgbClr val="5B5B5B"/>
                </a:solidFill>
                <a:ea typeface="Arial"/>
              </a:rPr>
              <a:t> </a:t>
            </a:r>
            <a:r>
              <a:rPr lang="en" sz="1600" dirty="0" err="1">
                <a:solidFill>
                  <a:srgbClr val="5B5B5B"/>
                </a:solidFill>
                <a:ea typeface="Arial"/>
              </a:rPr>
              <a:t>ut</a:t>
            </a:r>
            <a:r>
              <a:rPr lang="en" sz="1600" dirty="0">
                <a:solidFill>
                  <a:srgbClr val="5B5B5B"/>
                </a:solidFill>
                <a:ea typeface="Arial"/>
              </a:rPr>
              <a:t> labore et dolore magna.</a:t>
            </a:r>
            <a:endParaRPr lang="en-GB" sz="1600" dirty="0">
              <a:solidFill>
                <a:srgbClr val="000000"/>
              </a:solidFill>
            </a:endParaRPr>
          </a:p>
        </p:txBody>
      </p:sp>
      <p:sp>
        <p:nvSpPr>
          <p:cNvPr id="308" name="PlaceHolder 3"/>
          <p:cNvSpPr>
            <a:spLocks noGrp="1"/>
          </p:cNvSpPr>
          <p:nvPr>
            <p:ph/>
          </p:nvPr>
        </p:nvSpPr>
        <p:spPr>
          <a:xfrm>
            <a:off x="4617720" y="1371600"/>
            <a:ext cx="4157640" cy="3376822"/>
          </a:xfrm>
          <a:prstGeom prst="rect">
            <a:avLst/>
          </a:prstGeom>
          <a:noFill/>
          <a:ln w="0">
            <a:noFill/>
          </a:ln>
        </p:spPr>
        <p:txBody>
          <a:bodyPr lIns="91440" tIns="91440" rIns="91440" bIns="91440" anchor="t">
            <a:spAutoFit/>
          </a:bodyPr>
          <a:lstStyle/>
          <a:p>
            <a:pPr indent="0">
              <a:lnSpc>
                <a:spcPct val="115000"/>
              </a:lnSpc>
              <a:spcAft>
                <a:spcPts val="1001"/>
              </a:spcAft>
              <a:buNone/>
              <a:tabLst>
                <a:tab pos="0" algn="l"/>
              </a:tabLst>
            </a:pPr>
            <a:r>
              <a:rPr lang="en" sz="1600" b="0" u="none" strike="noStrike" dirty="0">
                <a:solidFill>
                  <a:srgbClr val="5B5B5B"/>
                </a:solidFill>
                <a:effectLst/>
                <a:uFillTx/>
                <a:latin typeface="Arial"/>
                <a:ea typeface="Arial"/>
              </a:rPr>
              <a:t>Lorem ipsum dolor sit </a:t>
            </a:r>
            <a:r>
              <a:rPr lang="en" sz="1600" b="0" u="none" strike="noStrike" dirty="0" err="1">
                <a:solidFill>
                  <a:srgbClr val="5B5B5B"/>
                </a:solidFill>
                <a:effectLst/>
                <a:uFillTx/>
                <a:latin typeface="Arial"/>
                <a:ea typeface="Arial"/>
              </a:rPr>
              <a:t>amet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consectur</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adipiscing</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elit</a:t>
            </a:r>
            <a:r>
              <a:rPr lang="en" sz="1600" b="0" u="none" strike="noStrike" dirty="0">
                <a:solidFill>
                  <a:srgbClr val="5B5B5B"/>
                </a:solidFill>
                <a:effectLst/>
                <a:uFillTx/>
                <a:latin typeface="Arial"/>
                <a:ea typeface="Arial"/>
              </a:rPr>
              <a:t>, sed do </a:t>
            </a:r>
            <a:r>
              <a:rPr lang="en" sz="1600" b="0" u="none" strike="noStrike" dirty="0" err="1">
                <a:solidFill>
                  <a:srgbClr val="5B5B5B"/>
                </a:solidFill>
                <a:effectLst/>
                <a:uFillTx/>
                <a:latin typeface="Arial"/>
                <a:ea typeface="Arial"/>
              </a:rPr>
              <a:t>eiusmod</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tempor</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incididunt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ut</a:t>
            </a:r>
            <a:r>
              <a:rPr lang="en" sz="1600" b="0" u="none" strike="noStrike" dirty="0">
                <a:solidFill>
                  <a:srgbClr val="5B5B5B"/>
                </a:solidFill>
                <a:effectLst/>
                <a:uFillTx/>
                <a:latin typeface="Arial"/>
                <a:ea typeface="Arial"/>
              </a:rPr>
              <a:t> labore et dolore magna.</a:t>
            </a:r>
          </a:p>
          <a:p>
            <a:pPr>
              <a:lnSpc>
                <a:spcPct val="115000"/>
              </a:lnSpc>
              <a:spcAft>
                <a:spcPts val="1001"/>
              </a:spcAft>
              <a:tabLst>
                <a:tab pos="0" algn="l"/>
              </a:tabLst>
            </a:pPr>
            <a:r>
              <a:rPr lang="en" sz="1600" dirty="0">
                <a:solidFill>
                  <a:srgbClr val="5B5B5B"/>
                </a:solidFill>
                <a:ea typeface="Arial"/>
              </a:rPr>
              <a:t>Lorem ipsum dolor sit </a:t>
            </a:r>
            <a:r>
              <a:rPr lang="en" sz="1600" dirty="0" err="1">
                <a:solidFill>
                  <a:srgbClr val="5B5B5B"/>
                </a:solidFill>
                <a:ea typeface="Arial"/>
              </a:rPr>
              <a:t>amet</a:t>
            </a:r>
            <a:r>
              <a:rPr lang="en" sz="1600" dirty="0">
                <a:solidFill>
                  <a:srgbClr val="5B5B5B"/>
                </a:solidFill>
                <a:ea typeface="Arial"/>
              </a:rPr>
              <a:t>, </a:t>
            </a:r>
            <a:r>
              <a:rPr lang="en" sz="1600" dirty="0" err="1">
                <a:solidFill>
                  <a:srgbClr val="5B5B5B"/>
                </a:solidFill>
                <a:ea typeface="Arial"/>
              </a:rPr>
              <a:t>consectur</a:t>
            </a:r>
            <a:r>
              <a:rPr lang="en" sz="1600" dirty="0">
                <a:solidFill>
                  <a:srgbClr val="5B5B5B"/>
                </a:solidFill>
                <a:ea typeface="Arial"/>
              </a:rPr>
              <a:t> </a:t>
            </a:r>
            <a:r>
              <a:rPr lang="en" sz="1600" dirty="0" err="1">
                <a:solidFill>
                  <a:srgbClr val="5B5B5B"/>
                </a:solidFill>
                <a:ea typeface="Arial"/>
              </a:rPr>
              <a:t>adipiscing</a:t>
            </a:r>
            <a:r>
              <a:rPr lang="en" sz="1600" dirty="0">
                <a:solidFill>
                  <a:srgbClr val="5B5B5B"/>
                </a:solidFill>
                <a:ea typeface="Arial"/>
              </a:rPr>
              <a:t> </a:t>
            </a:r>
            <a:r>
              <a:rPr lang="en" sz="1600" dirty="0" err="1">
                <a:solidFill>
                  <a:srgbClr val="5B5B5B"/>
                </a:solidFill>
                <a:ea typeface="Arial"/>
              </a:rPr>
              <a:t>elit</a:t>
            </a:r>
            <a:r>
              <a:rPr lang="en" sz="1600" dirty="0">
                <a:solidFill>
                  <a:srgbClr val="5B5B5B"/>
                </a:solidFill>
                <a:ea typeface="Arial"/>
              </a:rPr>
              <a:t>, sed do </a:t>
            </a:r>
            <a:r>
              <a:rPr lang="en" sz="1600" dirty="0" err="1">
                <a:solidFill>
                  <a:srgbClr val="5B5B5B"/>
                </a:solidFill>
                <a:ea typeface="Arial"/>
              </a:rPr>
              <a:t>eiusmod</a:t>
            </a:r>
            <a:r>
              <a:rPr lang="en" sz="1600" dirty="0">
                <a:solidFill>
                  <a:srgbClr val="5B5B5B"/>
                </a:solidFill>
                <a:ea typeface="Arial"/>
              </a:rPr>
              <a:t> </a:t>
            </a:r>
            <a:r>
              <a:rPr lang="en" sz="1600" dirty="0" err="1">
                <a:solidFill>
                  <a:srgbClr val="5B5B5B"/>
                </a:solidFill>
                <a:ea typeface="Arial"/>
              </a:rPr>
              <a:t>tempor</a:t>
            </a:r>
            <a:r>
              <a:rPr lang="en" sz="1600" dirty="0">
                <a:solidFill>
                  <a:srgbClr val="5B5B5B"/>
                </a:solidFill>
                <a:ea typeface="Arial"/>
              </a:rPr>
              <a:t> </a:t>
            </a:r>
            <a:r>
              <a:rPr lang="en" sz="1600" dirty="0" err="1">
                <a:solidFill>
                  <a:srgbClr val="5B5B5B"/>
                </a:solidFill>
                <a:ea typeface="Arial"/>
              </a:rPr>
              <a:t>incididunt</a:t>
            </a:r>
            <a:r>
              <a:rPr lang="en" sz="1600" dirty="0">
                <a:solidFill>
                  <a:srgbClr val="5B5B5B"/>
                </a:solidFill>
                <a:ea typeface="Arial"/>
              </a:rPr>
              <a:t> </a:t>
            </a:r>
            <a:r>
              <a:rPr lang="en" sz="1600" dirty="0" err="1">
                <a:solidFill>
                  <a:srgbClr val="5B5B5B"/>
                </a:solidFill>
                <a:ea typeface="Arial"/>
              </a:rPr>
              <a:t>ut</a:t>
            </a:r>
            <a:r>
              <a:rPr lang="en" sz="1600" dirty="0">
                <a:solidFill>
                  <a:srgbClr val="5B5B5B"/>
                </a:solidFill>
                <a:ea typeface="Arial"/>
              </a:rPr>
              <a:t> labore et dolore magna.</a:t>
            </a:r>
            <a:endParaRPr lang="en-GB" sz="1600" dirty="0">
              <a:solidFill>
                <a:srgbClr val="000000"/>
              </a:solidFill>
            </a:endParaRPr>
          </a:p>
          <a:p>
            <a:pPr>
              <a:lnSpc>
                <a:spcPct val="115000"/>
              </a:lnSpc>
              <a:spcAft>
                <a:spcPts val="1001"/>
              </a:spcAft>
              <a:tabLst>
                <a:tab pos="0" algn="l"/>
              </a:tabLst>
            </a:pPr>
            <a:r>
              <a:rPr lang="en" sz="1600" dirty="0">
                <a:solidFill>
                  <a:srgbClr val="5B5B5B"/>
                </a:solidFill>
                <a:ea typeface="Arial"/>
              </a:rPr>
              <a:t>Lorem ipsum dolor sit </a:t>
            </a:r>
            <a:r>
              <a:rPr lang="en" sz="1600" dirty="0" err="1">
                <a:solidFill>
                  <a:srgbClr val="5B5B5B"/>
                </a:solidFill>
                <a:ea typeface="Arial"/>
              </a:rPr>
              <a:t>amet</a:t>
            </a:r>
            <a:r>
              <a:rPr lang="en" sz="1600" dirty="0">
                <a:solidFill>
                  <a:srgbClr val="5B5B5B"/>
                </a:solidFill>
                <a:ea typeface="Arial"/>
              </a:rPr>
              <a:t>, </a:t>
            </a:r>
            <a:r>
              <a:rPr lang="en" sz="1600" dirty="0" err="1">
                <a:solidFill>
                  <a:srgbClr val="5B5B5B"/>
                </a:solidFill>
                <a:ea typeface="Arial"/>
              </a:rPr>
              <a:t>consectur</a:t>
            </a:r>
            <a:r>
              <a:rPr lang="en" sz="1600" dirty="0">
                <a:solidFill>
                  <a:srgbClr val="5B5B5B"/>
                </a:solidFill>
                <a:ea typeface="Arial"/>
              </a:rPr>
              <a:t> </a:t>
            </a:r>
            <a:r>
              <a:rPr lang="en" sz="1600" dirty="0" err="1">
                <a:solidFill>
                  <a:srgbClr val="5B5B5B"/>
                </a:solidFill>
                <a:ea typeface="Arial"/>
              </a:rPr>
              <a:t>adipiscing</a:t>
            </a:r>
            <a:r>
              <a:rPr lang="en" sz="1600" dirty="0">
                <a:solidFill>
                  <a:srgbClr val="5B5B5B"/>
                </a:solidFill>
                <a:ea typeface="Arial"/>
              </a:rPr>
              <a:t> </a:t>
            </a:r>
            <a:r>
              <a:rPr lang="en" sz="1600" dirty="0" err="1">
                <a:solidFill>
                  <a:srgbClr val="5B5B5B"/>
                </a:solidFill>
                <a:ea typeface="Arial"/>
              </a:rPr>
              <a:t>elit</a:t>
            </a:r>
            <a:r>
              <a:rPr lang="en" sz="1600" dirty="0">
                <a:solidFill>
                  <a:srgbClr val="5B5B5B"/>
                </a:solidFill>
                <a:ea typeface="Arial"/>
              </a:rPr>
              <a:t>, sed do </a:t>
            </a:r>
            <a:r>
              <a:rPr lang="en" sz="1600" dirty="0" err="1">
                <a:solidFill>
                  <a:srgbClr val="5B5B5B"/>
                </a:solidFill>
                <a:ea typeface="Arial"/>
              </a:rPr>
              <a:t>eiusmod</a:t>
            </a:r>
            <a:r>
              <a:rPr lang="en" sz="1600" dirty="0">
                <a:solidFill>
                  <a:srgbClr val="5B5B5B"/>
                </a:solidFill>
                <a:ea typeface="Arial"/>
              </a:rPr>
              <a:t> </a:t>
            </a:r>
            <a:r>
              <a:rPr lang="en" sz="1600" dirty="0" err="1">
                <a:solidFill>
                  <a:srgbClr val="5B5B5B"/>
                </a:solidFill>
                <a:ea typeface="Arial"/>
              </a:rPr>
              <a:t>tempor</a:t>
            </a:r>
            <a:r>
              <a:rPr lang="en" sz="1600" dirty="0">
                <a:solidFill>
                  <a:srgbClr val="5B5B5B"/>
                </a:solidFill>
                <a:ea typeface="Arial"/>
              </a:rPr>
              <a:t> </a:t>
            </a:r>
            <a:r>
              <a:rPr lang="en" sz="1600" dirty="0" err="1">
                <a:solidFill>
                  <a:srgbClr val="5B5B5B"/>
                </a:solidFill>
                <a:ea typeface="Arial"/>
              </a:rPr>
              <a:t>incididunt</a:t>
            </a:r>
            <a:r>
              <a:rPr lang="en" sz="1600" dirty="0">
                <a:solidFill>
                  <a:srgbClr val="5B5B5B"/>
                </a:solidFill>
                <a:ea typeface="Arial"/>
              </a:rPr>
              <a:t> </a:t>
            </a:r>
            <a:r>
              <a:rPr lang="en" sz="1600" dirty="0" err="1">
                <a:solidFill>
                  <a:srgbClr val="5B5B5B"/>
                </a:solidFill>
                <a:ea typeface="Arial"/>
              </a:rPr>
              <a:t>ut</a:t>
            </a:r>
            <a:r>
              <a:rPr lang="en" sz="1600" dirty="0">
                <a:solidFill>
                  <a:srgbClr val="5B5B5B"/>
                </a:solidFill>
                <a:ea typeface="Arial"/>
              </a:rPr>
              <a:t> labore et dolore magna.</a:t>
            </a:r>
            <a:endParaRPr lang="en-GB" sz="1600" dirty="0">
              <a:solidFill>
                <a:srgbClr val="000000"/>
              </a:solidFill>
            </a:endParaRPr>
          </a:p>
          <a:p>
            <a:pPr indent="0">
              <a:lnSpc>
                <a:spcPct val="115000"/>
              </a:lnSpc>
              <a:spcAft>
                <a:spcPts val="1001"/>
              </a:spcAft>
              <a:buNone/>
              <a:tabLst>
                <a:tab pos="0" algn="l"/>
              </a:tabLst>
            </a:pPr>
            <a:endParaRPr lang="en-GB" sz="1600" b="0" u="none" strike="noStrike" dirty="0">
              <a:solidFill>
                <a:srgbClr val="000000"/>
              </a:solidFill>
              <a:effectLst/>
              <a:uFillTx/>
              <a:latin typeface="Arial"/>
            </a:endParaRPr>
          </a:p>
        </p:txBody>
      </p:sp>
      <p:sp>
        <p:nvSpPr>
          <p:cNvPr id="309" name="PlaceHolder 4"/>
          <p:cNvSpPr>
            <a:spLocks noGrp="1"/>
          </p:cNvSpPr>
          <p:nvPr>
            <p:ph type="sldNum" idx="26"/>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43F2CD95-CF05-4C1F-9A29-8A32CFEAC88A}" type="slidenum">
              <a:rPr lang="en" sz="600" b="0" u="none" strike="noStrike">
                <a:solidFill>
                  <a:srgbClr val="929292"/>
                </a:solidFill>
                <a:effectLst/>
                <a:uFillTx/>
                <a:latin typeface="Arial"/>
                <a:ea typeface="Arial"/>
              </a:rPr>
              <a:t>9</a:t>
            </a:fld>
            <a:endParaRPr lang="en-GB" sz="600" b="0" u="none" strike="noStrike">
              <a:solidFill>
                <a:srgbClr val="000000"/>
              </a:solidFill>
              <a:effectLst/>
              <a:uFillTx/>
              <a:latin typeface="Times New Roman"/>
            </a:endParaRPr>
          </a:p>
        </p:txBody>
      </p:sp>
      <p:sp>
        <p:nvSpPr>
          <p:cNvPr id="310" name="PlaceHolder 5"/>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Subtitle if needed</a:t>
            </a:r>
            <a:endParaRPr lang="en-GB" sz="180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PlaceHolder 1"/>
          <p:cNvSpPr>
            <a:spLocks noGrp="1"/>
          </p:cNvSpPr>
          <p:nvPr>
            <p:ph type="title"/>
          </p:nvPr>
        </p:nvSpPr>
        <p:spPr>
          <a:xfrm>
            <a:off x="365760" y="274320"/>
            <a:ext cx="8345520" cy="581760"/>
          </a:xfrm>
          <a:prstGeom prst="rect">
            <a:avLst/>
          </a:prstGeom>
          <a:noFill/>
          <a:ln w="0">
            <a:noFill/>
          </a:ln>
        </p:spPr>
        <p:txBody>
          <a:bodyPr lIns="91440" tIns="91440" rIns="91440" bIns="91440" anchor="t">
            <a:sp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Two Column Layout w/ Paragraph Titles</a:t>
            </a:r>
            <a:endParaRPr lang="en-GB" sz="2600" b="0" u="none" strike="noStrike">
              <a:solidFill>
                <a:srgbClr val="000000"/>
              </a:solidFill>
              <a:effectLst/>
              <a:uFillTx/>
              <a:latin typeface="Arial"/>
            </a:endParaRPr>
          </a:p>
        </p:txBody>
      </p:sp>
      <p:sp>
        <p:nvSpPr>
          <p:cNvPr id="312" name="PlaceHolder 2"/>
          <p:cNvSpPr>
            <a:spLocks noGrp="1"/>
          </p:cNvSpPr>
          <p:nvPr>
            <p:ph/>
          </p:nvPr>
        </p:nvSpPr>
        <p:spPr>
          <a:xfrm>
            <a:off x="365760" y="1172820"/>
            <a:ext cx="4157640" cy="4208332"/>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800" b="0" u="none" strike="noStrike" dirty="0">
              <a:solidFill>
                <a:srgbClr val="000000"/>
              </a:solidFill>
              <a:effectLst/>
              <a:uFillTx/>
              <a:latin typeface="Arial"/>
            </a:endParaRPr>
          </a:p>
          <a:p>
            <a:pPr indent="0">
              <a:lnSpc>
                <a:spcPct val="115000"/>
              </a:lnSpc>
              <a:spcBef>
                <a:spcPts val="1001"/>
              </a:spcBef>
              <a:spcAft>
                <a:spcPts val="1001"/>
              </a:spcAft>
              <a:buNone/>
              <a:tabLst>
                <a:tab pos="0" algn="l"/>
              </a:tabLst>
            </a:pPr>
            <a:r>
              <a:rPr lang="en" sz="1600" b="0" u="none" strike="noStrike" dirty="0">
                <a:solidFill>
                  <a:srgbClr val="5B5B5B"/>
                </a:solidFill>
                <a:effectLst/>
                <a:uFillTx/>
                <a:latin typeface="Arial"/>
                <a:ea typeface="Arial"/>
              </a:rPr>
              <a:t>Lorem ipsum dolor sit </a:t>
            </a:r>
            <a:r>
              <a:rPr lang="en" sz="1600" b="0" u="none" strike="noStrike" dirty="0" err="1">
                <a:solidFill>
                  <a:srgbClr val="5B5B5B"/>
                </a:solidFill>
                <a:effectLst/>
                <a:uFillTx/>
                <a:latin typeface="Arial"/>
                <a:ea typeface="Arial"/>
              </a:rPr>
              <a:t>amet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consectur</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adipiscing</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elit</a:t>
            </a:r>
            <a:r>
              <a:rPr lang="en" sz="1600" b="0" u="none" strike="noStrike" dirty="0">
                <a:solidFill>
                  <a:srgbClr val="5B5B5B"/>
                </a:solidFill>
                <a:effectLst/>
                <a:uFillTx/>
                <a:latin typeface="Arial"/>
                <a:ea typeface="Arial"/>
              </a:rPr>
              <a:t>, sed do </a:t>
            </a:r>
            <a:r>
              <a:rPr lang="en" sz="1600" b="0" u="none" strike="noStrike" dirty="0" err="1">
                <a:solidFill>
                  <a:srgbClr val="5B5B5B"/>
                </a:solidFill>
                <a:effectLst/>
                <a:uFillTx/>
                <a:latin typeface="Arial"/>
                <a:ea typeface="Arial"/>
              </a:rPr>
              <a:t>eiusmod</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tempor</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incididunt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ut</a:t>
            </a:r>
            <a:r>
              <a:rPr lang="en" sz="1600" b="0" u="none" strike="noStrike" dirty="0">
                <a:solidFill>
                  <a:srgbClr val="5B5B5B"/>
                </a:solidFill>
                <a:effectLst/>
                <a:uFillTx/>
                <a:latin typeface="Arial"/>
                <a:ea typeface="Arial"/>
              </a:rPr>
              <a:t> labore et dolore magna.</a:t>
            </a:r>
          </a:p>
          <a:p>
            <a:pPr>
              <a:lnSpc>
                <a:spcPct val="115000"/>
              </a:lnSpc>
              <a:spcBef>
                <a:spcPts val="1001"/>
              </a:spcBef>
              <a:spcAft>
                <a:spcPts val="1001"/>
              </a:spcAft>
              <a:tabLst>
                <a:tab pos="0" algn="l"/>
              </a:tabLst>
            </a:pPr>
            <a:r>
              <a:rPr lang="en" sz="1600" dirty="0">
                <a:solidFill>
                  <a:srgbClr val="5B5B5B"/>
                </a:solidFill>
                <a:ea typeface="Arial"/>
              </a:rPr>
              <a:t>Lorem ipsum dolor sit </a:t>
            </a:r>
            <a:r>
              <a:rPr lang="en" sz="1600" dirty="0" err="1">
                <a:solidFill>
                  <a:srgbClr val="5B5B5B"/>
                </a:solidFill>
                <a:ea typeface="Arial"/>
              </a:rPr>
              <a:t>amet</a:t>
            </a:r>
            <a:r>
              <a:rPr lang="en" sz="1600" dirty="0">
                <a:solidFill>
                  <a:srgbClr val="5B5B5B"/>
                </a:solidFill>
                <a:ea typeface="Arial"/>
              </a:rPr>
              <a:t>, </a:t>
            </a:r>
            <a:r>
              <a:rPr lang="en" sz="1600" dirty="0" err="1">
                <a:solidFill>
                  <a:srgbClr val="5B5B5B"/>
                </a:solidFill>
                <a:ea typeface="Arial"/>
              </a:rPr>
              <a:t>consectur</a:t>
            </a:r>
            <a:r>
              <a:rPr lang="en" sz="1600" dirty="0">
                <a:solidFill>
                  <a:srgbClr val="5B5B5B"/>
                </a:solidFill>
                <a:ea typeface="Arial"/>
              </a:rPr>
              <a:t> </a:t>
            </a:r>
            <a:r>
              <a:rPr lang="en" sz="1600" dirty="0" err="1">
                <a:solidFill>
                  <a:srgbClr val="5B5B5B"/>
                </a:solidFill>
                <a:ea typeface="Arial"/>
              </a:rPr>
              <a:t>adipiscing</a:t>
            </a:r>
            <a:r>
              <a:rPr lang="en" sz="1600" dirty="0">
                <a:solidFill>
                  <a:srgbClr val="5B5B5B"/>
                </a:solidFill>
                <a:ea typeface="Arial"/>
              </a:rPr>
              <a:t> </a:t>
            </a:r>
            <a:r>
              <a:rPr lang="en" sz="1600" dirty="0" err="1">
                <a:solidFill>
                  <a:srgbClr val="5B5B5B"/>
                </a:solidFill>
                <a:ea typeface="Arial"/>
              </a:rPr>
              <a:t>elit</a:t>
            </a:r>
            <a:r>
              <a:rPr lang="en" sz="1600" dirty="0">
                <a:solidFill>
                  <a:srgbClr val="5B5B5B"/>
                </a:solidFill>
                <a:ea typeface="Arial"/>
              </a:rPr>
              <a:t>, sed do </a:t>
            </a:r>
            <a:r>
              <a:rPr lang="en" sz="1600" dirty="0" err="1">
                <a:solidFill>
                  <a:srgbClr val="5B5B5B"/>
                </a:solidFill>
                <a:ea typeface="Arial"/>
              </a:rPr>
              <a:t>eiusmod</a:t>
            </a:r>
            <a:r>
              <a:rPr lang="en" sz="1600" dirty="0">
                <a:solidFill>
                  <a:srgbClr val="5B5B5B"/>
                </a:solidFill>
                <a:ea typeface="Arial"/>
              </a:rPr>
              <a:t> </a:t>
            </a:r>
            <a:r>
              <a:rPr lang="en" sz="1600" dirty="0" err="1">
                <a:solidFill>
                  <a:srgbClr val="5B5B5B"/>
                </a:solidFill>
                <a:ea typeface="Arial"/>
              </a:rPr>
              <a:t>tempor</a:t>
            </a:r>
            <a:r>
              <a:rPr lang="en" sz="1600" dirty="0">
                <a:solidFill>
                  <a:srgbClr val="5B5B5B"/>
                </a:solidFill>
                <a:ea typeface="Arial"/>
              </a:rPr>
              <a:t> </a:t>
            </a:r>
            <a:r>
              <a:rPr lang="en" sz="1600" dirty="0" err="1">
                <a:solidFill>
                  <a:srgbClr val="5B5B5B"/>
                </a:solidFill>
                <a:ea typeface="Arial"/>
              </a:rPr>
              <a:t>incididunt</a:t>
            </a:r>
            <a:r>
              <a:rPr lang="en" sz="1600" dirty="0">
                <a:solidFill>
                  <a:srgbClr val="5B5B5B"/>
                </a:solidFill>
                <a:ea typeface="Arial"/>
              </a:rPr>
              <a:t> </a:t>
            </a:r>
            <a:r>
              <a:rPr lang="en" sz="1600" dirty="0" err="1">
                <a:solidFill>
                  <a:srgbClr val="5B5B5B"/>
                </a:solidFill>
                <a:ea typeface="Arial"/>
              </a:rPr>
              <a:t>ut</a:t>
            </a:r>
            <a:r>
              <a:rPr lang="en" sz="1600" dirty="0">
                <a:solidFill>
                  <a:srgbClr val="5B5B5B"/>
                </a:solidFill>
                <a:ea typeface="Arial"/>
              </a:rPr>
              <a:t> labore et dolore magna.</a:t>
            </a:r>
            <a:endParaRPr lang="en-GB" sz="1600" dirty="0">
              <a:solidFill>
                <a:srgbClr val="000000"/>
              </a:solidFill>
            </a:endParaRPr>
          </a:p>
          <a:p>
            <a:pPr>
              <a:lnSpc>
                <a:spcPct val="115000"/>
              </a:lnSpc>
              <a:spcBef>
                <a:spcPts val="1001"/>
              </a:spcBef>
              <a:spcAft>
                <a:spcPts val="1001"/>
              </a:spcAft>
              <a:tabLst>
                <a:tab pos="0" algn="l"/>
              </a:tabLst>
            </a:pPr>
            <a:r>
              <a:rPr lang="en" sz="1600" dirty="0">
                <a:solidFill>
                  <a:srgbClr val="5B5B5B"/>
                </a:solidFill>
                <a:ea typeface="Arial"/>
              </a:rPr>
              <a:t>Lorem ipsum dolor sit </a:t>
            </a:r>
            <a:r>
              <a:rPr lang="en" sz="1600" dirty="0" err="1">
                <a:solidFill>
                  <a:srgbClr val="5B5B5B"/>
                </a:solidFill>
                <a:ea typeface="Arial"/>
              </a:rPr>
              <a:t>amet</a:t>
            </a:r>
            <a:r>
              <a:rPr lang="en" sz="1600" dirty="0">
                <a:solidFill>
                  <a:srgbClr val="5B5B5B"/>
                </a:solidFill>
                <a:ea typeface="Arial"/>
              </a:rPr>
              <a:t>, </a:t>
            </a:r>
            <a:r>
              <a:rPr lang="en" sz="1600" dirty="0" err="1">
                <a:solidFill>
                  <a:srgbClr val="5B5B5B"/>
                </a:solidFill>
                <a:ea typeface="Arial"/>
              </a:rPr>
              <a:t>consectur</a:t>
            </a:r>
            <a:r>
              <a:rPr lang="en" sz="1600" dirty="0">
                <a:solidFill>
                  <a:srgbClr val="5B5B5B"/>
                </a:solidFill>
                <a:ea typeface="Arial"/>
              </a:rPr>
              <a:t> </a:t>
            </a:r>
            <a:r>
              <a:rPr lang="en" sz="1600" dirty="0" err="1">
                <a:solidFill>
                  <a:srgbClr val="5B5B5B"/>
                </a:solidFill>
                <a:ea typeface="Arial"/>
              </a:rPr>
              <a:t>adipiscing</a:t>
            </a:r>
            <a:r>
              <a:rPr lang="en" sz="1600" dirty="0">
                <a:solidFill>
                  <a:srgbClr val="5B5B5B"/>
                </a:solidFill>
                <a:ea typeface="Arial"/>
              </a:rPr>
              <a:t> </a:t>
            </a:r>
            <a:r>
              <a:rPr lang="en" sz="1600" dirty="0" err="1">
                <a:solidFill>
                  <a:srgbClr val="5B5B5B"/>
                </a:solidFill>
                <a:ea typeface="Arial"/>
              </a:rPr>
              <a:t>elit</a:t>
            </a:r>
            <a:r>
              <a:rPr lang="en" sz="1600" dirty="0">
                <a:solidFill>
                  <a:srgbClr val="5B5B5B"/>
                </a:solidFill>
                <a:ea typeface="Arial"/>
              </a:rPr>
              <a:t>, sed do </a:t>
            </a:r>
            <a:r>
              <a:rPr lang="en" sz="1600" dirty="0" err="1">
                <a:solidFill>
                  <a:srgbClr val="5B5B5B"/>
                </a:solidFill>
                <a:ea typeface="Arial"/>
              </a:rPr>
              <a:t>eiusmod</a:t>
            </a:r>
            <a:r>
              <a:rPr lang="en" sz="1600" dirty="0">
                <a:solidFill>
                  <a:srgbClr val="5B5B5B"/>
                </a:solidFill>
                <a:ea typeface="Arial"/>
              </a:rPr>
              <a:t> </a:t>
            </a:r>
            <a:r>
              <a:rPr lang="en" sz="1600" dirty="0" err="1">
                <a:solidFill>
                  <a:srgbClr val="5B5B5B"/>
                </a:solidFill>
                <a:ea typeface="Arial"/>
              </a:rPr>
              <a:t>tempor</a:t>
            </a:r>
            <a:r>
              <a:rPr lang="en" sz="1600" dirty="0">
                <a:solidFill>
                  <a:srgbClr val="5B5B5B"/>
                </a:solidFill>
                <a:ea typeface="Arial"/>
              </a:rPr>
              <a:t> </a:t>
            </a:r>
            <a:r>
              <a:rPr lang="en" sz="1600" dirty="0" err="1">
                <a:solidFill>
                  <a:srgbClr val="5B5B5B"/>
                </a:solidFill>
                <a:ea typeface="Arial"/>
              </a:rPr>
              <a:t>incididunt</a:t>
            </a:r>
            <a:r>
              <a:rPr lang="en" sz="1600" dirty="0">
                <a:solidFill>
                  <a:srgbClr val="5B5B5B"/>
                </a:solidFill>
                <a:ea typeface="Arial"/>
              </a:rPr>
              <a:t> </a:t>
            </a:r>
            <a:r>
              <a:rPr lang="en" sz="1600" dirty="0" err="1">
                <a:solidFill>
                  <a:srgbClr val="5B5B5B"/>
                </a:solidFill>
                <a:ea typeface="Arial"/>
              </a:rPr>
              <a:t>ut</a:t>
            </a:r>
            <a:r>
              <a:rPr lang="en" sz="1600" dirty="0">
                <a:solidFill>
                  <a:srgbClr val="5B5B5B"/>
                </a:solidFill>
                <a:ea typeface="Arial"/>
              </a:rPr>
              <a:t> labore et dolore magna.</a:t>
            </a:r>
            <a:endParaRPr lang="en-GB" sz="1600" dirty="0">
              <a:solidFill>
                <a:srgbClr val="000000"/>
              </a:solidFill>
            </a:endParaRPr>
          </a:p>
          <a:p>
            <a:pPr indent="0">
              <a:lnSpc>
                <a:spcPct val="115000"/>
              </a:lnSpc>
              <a:spcBef>
                <a:spcPts val="1001"/>
              </a:spcBef>
              <a:spcAft>
                <a:spcPts val="1001"/>
              </a:spcAft>
              <a:buNone/>
              <a:tabLst>
                <a:tab pos="0" algn="l"/>
              </a:tabLst>
            </a:pPr>
            <a:endParaRPr lang="en-GB" sz="1600" b="0" u="none" strike="noStrike" dirty="0">
              <a:solidFill>
                <a:srgbClr val="000000"/>
              </a:solidFill>
              <a:effectLst/>
              <a:uFillTx/>
              <a:latin typeface="Arial"/>
            </a:endParaRPr>
          </a:p>
        </p:txBody>
      </p:sp>
      <p:sp>
        <p:nvSpPr>
          <p:cNvPr id="313" name="PlaceHolder 3"/>
          <p:cNvSpPr>
            <a:spLocks noGrp="1"/>
          </p:cNvSpPr>
          <p:nvPr>
            <p:ph/>
          </p:nvPr>
        </p:nvSpPr>
        <p:spPr>
          <a:xfrm>
            <a:off x="4617720" y="1172820"/>
            <a:ext cx="4157640" cy="3668697"/>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800" b="0" u="none" strike="noStrike" dirty="0">
              <a:solidFill>
                <a:srgbClr val="000000"/>
              </a:solidFill>
              <a:effectLst/>
              <a:uFillTx/>
              <a:latin typeface="Arial"/>
            </a:endParaRPr>
          </a:p>
          <a:p>
            <a:pPr indent="0">
              <a:lnSpc>
                <a:spcPct val="115000"/>
              </a:lnSpc>
              <a:spcBef>
                <a:spcPts val="1001"/>
              </a:spcBef>
              <a:spcAft>
                <a:spcPts val="1001"/>
              </a:spcAft>
              <a:buNone/>
              <a:tabLst>
                <a:tab pos="0" algn="l"/>
              </a:tabLst>
            </a:pPr>
            <a:r>
              <a:rPr lang="en" sz="1600" b="0" u="none" strike="noStrike" dirty="0">
                <a:solidFill>
                  <a:srgbClr val="5B5B5B"/>
                </a:solidFill>
                <a:effectLst/>
                <a:uFillTx/>
                <a:latin typeface="Arial"/>
                <a:ea typeface="Arial"/>
              </a:rPr>
              <a:t>Lorem ipsum dolor sit </a:t>
            </a:r>
            <a:r>
              <a:rPr lang="en" sz="1600" b="0" u="none" strike="noStrike" dirty="0" err="1">
                <a:solidFill>
                  <a:srgbClr val="5B5B5B"/>
                </a:solidFill>
                <a:effectLst/>
                <a:uFillTx/>
                <a:latin typeface="Arial"/>
                <a:ea typeface="Arial"/>
              </a:rPr>
              <a:t>amet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consectur</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adipiscing</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elit</a:t>
            </a:r>
            <a:r>
              <a:rPr lang="en" sz="1600" b="0" u="none" strike="noStrike" dirty="0">
                <a:solidFill>
                  <a:srgbClr val="5B5B5B"/>
                </a:solidFill>
                <a:effectLst/>
                <a:uFillTx/>
                <a:latin typeface="Arial"/>
                <a:ea typeface="Arial"/>
              </a:rPr>
              <a:t>, sed do </a:t>
            </a:r>
            <a:r>
              <a:rPr lang="en" sz="1600" b="0" u="none" strike="noStrike" dirty="0" err="1">
                <a:solidFill>
                  <a:srgbClr val="5B5B5B"/>
                </a:solidFill>
                <a:effectLst/>
                <a:uFillTx/>
                <a:latin typeface="Arial"/>
                <a:ea typeface="Arial"/>
              </a:rPr>
              <a:t>eiusmod</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tempor</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incididunt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ut</a:t>
            </a:r>
            <a:r>
              <a:rPr lang="en" sz="1600" b="0" u="none" strike="noStrike" dirty="0">
                <a:solidFill>
                  <a:srgbClr val="5B5B5B"/>
                </a:solidFill>
                <a:effectLst/>
                <a:uFillTx/>
                <a:latin typeface="Arial"/>
                <a:ea typeface="Arial"/>
              </a:rPr>
              <a:t> labore et dolore magna.</a:t>
            </a:r>
          </a:p>
          <a:p>
            <a:pPr>
              <a:lnSpc>
                <a:spcPct val="115000"/>
              </a:lnSpc>
              <a:spcBef>
                <a:spcPts val="1001"/>
              </a:spcBef>
              <a:spcAft>
                <a:spcPts val="1001"/>
              </a:spcAft>
              <a:tabLst>
                <a:tab pos="0" algn="l"/>
              </a:tabLst>
            </a:pPr>
            <a:r>
              <a:rPr lang="en" sz="1600" dirty="0">
                <a:solidFill>
                  <a:srgbClr val="5B5B5B"/>
                </a:solidFill>
                <a:ea typeface="Arial"/>
              </a:rPr>
              <a:t>Lorem ipsum dolor sit </a:t>
            </a:r>
            <a:r>
              <a:rPr lang="en" sz="1600" dirty="0" err="1">
                <a:solidFill>
                  <a:srgbClr val="5B5B5B"/>
                </a:solidFill>
                <a:ea typeface="Arial"/>
              </a:rPr>
              <a:t>amet</a:t>
            </a:r>
            <a:r>
              <a:rPr lang="en" sz="1600" dirty="0">
                <a:solidFill>
                  <a:srgbClr val="5B5B5B"/>
                </a:solidFill>
                <a:ea typeface="Arial"/>
              </a:rPr>
              <a:t>, </a:t>
            </a:r>
            <a:r>
              <a:rPr lang="en" sz="1600" dirty="0" err="1">
                <a:solidFill>
                  <a:srgbClr val="5B5B5B"/>
                </a:solidFill>
                <a:ea typeface="Arial"/>
              </a:rPr>
              <a:t>consectur</a:t>
            </a:r>
            <a:r>
              <a:rPr lang="en" sz="1600" dirty="0">
                <a:solidFill>
                  <a:srgbClr val="5B5B5B"/>
                </a:solidFill>
                <a:ea typeface="Arial"/>
              </a:rPr>
              <a:t> </a:t>
            </a:r>
            <a:r>
              <a:rPr lang="en" sz="1600" dirty="0" err="1">
                <a:solidFill>
                  <a:srgbClr val="5B5B5B"/>
                </a:solidFill>
                <a:ea typeface="Arial"/>
              </a:rPr>
              <a:t>adipiscing</a:t>
            </a:r>
            <a:r>
              <a:rPr lang="en" sz="1600" dirty="0">
                <a:solidFill>
                  <a:srgbClr val="5B5B5B"/>
                </a:solidFill>
                <a:ea typeface="Arial"/>
              </a:rPr>
              <a:t> </a:t>
            </a:r>
            <a:r>
              <a:rPr lang="en" sz="1600" dirty="0" err="1">
                <a:solidFill>
                  <a:srgbClr val="5B5B5B"/>
                </a:solidFill>
                <a:ea typeface="Arial"/>
              </a:rPr>
              <a:t>elit</a:t>
            </a:r>
            <a:r>
              <a:rPr lang="en" sz="1600" dirty="0">
                <a:solidFill>
                  <a:srgbClr val="5B5B5B"/>
                </a:solidFill>
                <a:ea typeface="Arial"/>
              </a:rPr>
              <a:t>, sed do </a:t>
            </a:r>
            <a:r>
              <a:rPr lang="en" sz="1600" dirty="0" err="1">
                <a:solidFill>
                  <a:srgbClr val="5B5B5B"/>
                </a:solidFill>
                <a:ea typeface="Arial"/>
              </a:rPr>
              <a:t>eiusmod</a:t>
            </a:r>
            <a:r>
              <a:rPr lang="en" sz="1600" dirty="0">
                <a:solidFill>
                  <a:srgbClr val="5B5B5B"/>
                </a:solidFill>
                <a:ea typeface="Arial"/>
              </a:rPr>
              <a:t> </a:t>
            </a:r>
            <a:r>
              <a:rPr lang="en" sz="1600" dirty="0" err="1">
                <a:solidFill>
                  <a:srgbClr val="5B5B5B"/>
                </a:solidFill>
                <a:ea typeface="Arial"/>
              </a:rPr>
              <a:t>tempor</a:t>
            </a:r>
            <a:r>
              <a:rPr lang="en" sz="1600" dirty="0">
                <a:solidFill>
                  <a:srgbClr val="5B5B5B"/>
                </a:solidFill>
                <a:ea typeface="Arial"/>
              </a:rPr>
              <a:t> </a:t>
            </a:r>
            <a:r>
              <a:rPr lang="en" sz="1600" dirty="0" err="1">
                <a:solidFill>
                  <a:srgbClr val="5B5B5B"/>
                </a:solidFill>
                <a:ea typeface="Arial"/>
              </a:rPr>
              <a:t>incididunt</a:t>
            </a:r>
            <a:r>
              <a:rPr lang="en" sz="1600" dirty="0">
                <a:solidFill>
                  <a:srgbClr val="5B5B5B"/>
                </a:solidFill>
                <a:ea typeface="Arial"/>
              </a:rPr>
              <a:t> </a:t>
            </a:r>
            <a:r>
              <a:rPr lang="en" sz="1600" dirty="0" err="1">
                <a:solidFill>
                  <a:srgbClr val="5B5B5B"/>
                </a:solidFill>
                <a:ea typeface="Arial"/>
              </a:rPr>
              <a:t>ut</a:t>
            </a:r>
            <a:r>
              <a:rPr lang="en" sz="1600" dirty="0">
                <a:solidFill>
                  <a:srgbClr val="5B5B5B"/>
                </a:solidFill>
                <a:ea typeface="Arial"/>
              </a:rPr>
              <a:t> labore et dolore magna.</a:t>
            </a:r>
            <a:endParaRPr lang="en-GB" sz="1600" dirty="0">
              <a:solidFill>
                <a:srgbClr val="000000"/>
              </a:solidFill>
            </a:endParaRPr>
          </a:p>
          <a:p>
            <a:pPr>
              <a:lnSpc>
                <a:spcPct val="115000"/>
              </a:lnSpc>
              <a:spcBef>
                <a:spcPts val="1001"/>
              </a:spcBef>
              <a:spcAft>
                <a:spcPts val="1001"/>
              </a:spcAft>
              <a:tabLst>
                <a:tab pos="0" algn="l"/>
              </a:tabLst>
            </a:pPr>
            <a:r>
              <a:rPr lang="en" sz="1600" dirty="0">
                <a:solidFill>
                  <a:srgbClr val="5B5B5B"/>
                </a:solidFill>
                <a:ea typeface="Arial"/>
              </a:rPr>
              <a:t>Lorem ipsum dolor sit </a:t>
            </a:r>
            <a:r>
              <a:rPr lang="en" sz="1600" dirty="0" err="1">
                <a:solidFill>
                  <a:srgbClr val="5B5B5B"/>
                </a:solidFill>
                <a:ea typeface="Arial"/>
              </a:rPr>
              <a:t>amet</a:t>
            </a:r>
            <a:r>
              <a:rPr lang="en" sz="1600" dirty="0">
                <a:solidFill>
                  <a:srgbClr val="5B5B5B"/>
                </a:solidFill>
                <a:ea typeface="Arial"/>
              </a:rPr>
              <a:t>, </a:t>
            </a:r>
            <a:r>
              <a:rPr lang="en" sz="1600" dirty="0" err="1">
                <a:solidFill>
                  <a:srgbClr val="5B5B5B"/>
                </a:solidFill>
                <a:ea typeface="Arial"/>
              </a:rPr>
              <a:t>consectur</a:t>
            </a:r>
            <a:r>
              <a:rPr lang="en" sz="1600" dirty="0">
                <a:solidFill>
                  <a:srgbClr val="5B5B5B"/>
                </a:solidFill>
                <a:ea typeface="Arial"/>
              </a:rPr>
              <a:t> </a:t>
            </a:r>
            <a:r>
              <a:rPr lang="en" sz="1600" dirty="0" err="1">
                <a:solidFill>
                  <a:srgbClr val="5B5B5B"/>
                </a:solidFill>
                <a:ea typeface="Arial"/>
              </a:rPr>
              <a:t>adipiscing</a:t>
            </a:r>
            <a:r>
              <a:rPr lang="en" sz="1600" dirty="0">
                <a:solidFill>
                  <a:srgbClr val="5B5B5B"/>
                </a:solidFill>
                <a:ea typeface="Arial"/>
              </a:rPr>
              <a:t> </a:t>
            </a:r>
            <a:r>
              <a:rPr lang="en" sz="1600" dirty="0" err="1">
                <a:solidFill>
                  <a:srgbClr val="5B5B5B"/>
                </a:solidFill>
                <a:ea typeface="Arial"/>
              </a:rPr>
              <a:t>elit</a:t>
            </a:r>
            <a:r>
              <a:rPr lang="en" sz="1600" dirty="0">
                <a:solidFill>
                  <a:srgbClr val="5B5B5B"/>
                </a:solidFill>
                <a:ea typeface="Arial"/>
              </a:rPr>
              <a:t>, sed do </a:t>
            </a:r>
            <a:r>
              <a:rPr lang="en" sz="1600" dirty="0" err="1">
                <a:solidFill>
                  <a:srgbClr val="5B5B5B"/>
                </a:solidFill>
                <a:ea typeface="Arial"/>
              </a:rPr>
              <a:t>eiusmod</a:t>
            </a:r>
            <a:r>
              <a:rPr lang="en" sz="1600" dirty="0">
                <a:solidFill>
                  <a:srgbClr val="5B5B5B"/>
                </a:solidFill>
                <a:ea typeface="Arial"/>
              </a:rPr>
              <a:t> </a:t>
            </a:r>
            <a:r>
              <a:rPr lang="en" sz="1600" dirty="0" err="1">
                <a:solidFill>
                  <a:srgbClr val="5B5B5B"/>
                </a:solidFill>
                <a:ea typeface="Arial"/>
              </a:rPr>
              <a:t>tempor</a:t>
            </a:r>
            <a:r>
              <a:rPr lang="en" sz="1600" dirty="0">
                <a:solidFill>
                  <a:srgbClr val="5B5B5B"/>
                </a:solidFill>
                <a:ea typeface="Arial"/>
              </a:rPr>
              <a:t> </a:t>
            </a:r>
            <a:r>
              <a:rPr lang="en" sz="1600" dirty="0" err="1">
                <a:solidFill>
                  <a:srgbClr val="5B5B5B"/>
                </a:solidFill>
                <a:ea typeface="Arial"/>
              </a:rPr>
              <a:t>incididunt</a:t>
            </a:r>
            <a:r>
              <a:rPr lang="en" sz="1600" dirty="0">
                <a:solidFill>
                  <a:srgbClr val="5B5B5B"/>
                </a:solidFill>
                <a:ea typeface="Arial"/>
              </a:rPr>
              <a:t> </a:t>
            </a:r>
            <a:r>
              <a:rPr lang="en" sz="1600" dirty="0" err="1">
                <a:solidFill>
                  <a:srgbClr val="5B5B5B"/>
                </a:solidFill>
                <a:ea typeface="Arial"/>
              </a:rPr>
              <a:t>ut</a:t>
            </a:r>
            <a:r>
              <a:rPr lang="en" sz="1600" dirty="0">
                <a:solidFill>
                  <a:srgbClr val="5B5B5B"/>
                </a:solidFill>
                <a:ea typeface="Arial"/>
              </a:rPr>
              <a:t> labore et dolore magna.</a:t>
            </a:r>
            <a:endParaRPr lang="en-GB" sz="1600" dirty="0">
              <a:solidFill>
                <a:srgbClr val="000000"/>
              </a:solidFill>
            </a:endParaRPr>
          </a:p>
        </p:txBody>
      </p:sp>
      <p:sp>
        <p:nvSpPr>
          <p:cNvPr id="314" name="Google Shape;683;p65"/>
          <p:cNvSpPr/>
          <p:nvPr/>
        </p:nvSpPr>
        <p:spPr>
          <a:xfrm>
            <a:off x="365760" y="1258450"/>
            <a:ext cx="2997000" cy="4590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15000"/>
              </a:lnSpc>
              <a:spcAft>
                <a:spcPts val="1001"/>
              </a:spcAft>
              <a:tabLst>
                <a:tab pos="0" algn="l"/>
              </a:tabLst>
            </a:pPr>
            <a:r>
              <a:rPr lang="en" sz="1800" b="1" u="none" strike="noStrike">
                <a:solidFill>
                  <a:schemeClr val="dk2"/>
                </a:solidFill>
                <a:effectLst/>
                <a:uFillTx/>
                <a:latin typeface="Arial"/>
                <a:ea typeface="Arial"/>
              </a:rPr>
              <a:t>Paragraph Title</a:t>
            </a:r>
            <a:endParaRPr lang="en-GB" sz="1800" b="0" u="none" strike="noStrike">
              <a:solidFill>
                <a:srgbClr val="000000"/>
              </a:solidFill>
              <a:effectLst/>
              <a:uFillTx/>
              <a:latin typeface="Arial"/>
            </a:endParaRPr>
          </a:p>
        </p:txBody>
      </p:sp>
      <p:sp>
        <p:nvSpPr>
          <p:cNvPr id="315" name="Google Shape;684;p65"/>
          <p:cNvSpPr/>
          <p:nvPr/>
        </p:nvSpPr>
        <p:spPr>
          <a:xfrm>
            <a:off x="4617720" y="1258450"/>
            <a:ext cx="2997000" cy="4590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15000"/>
              </a:lnSpc>
              <a:spcAft>
                <a:spcPts val="1001"/>
              </a:spcAft>
              <a:tabLst>
                <a:tab pos="0" algn="l"/>
              </a:tabLst>
            </a:pPr>
            <a:r>
              <a:rPr lang="en" sz="1800" b="1" u="none" strike="noStrike">
                <a:solidFill>
                  <a:schemeClr val="dk2"/>
                </a:solidFill>
                <a:effectLst/>
                <a:uFillTx/>
                <a:latin typeface="Arial"/>
                <a:ea typeface="Arial"/>
              </a:rPr>
              <a:t>Paragraph Title</a:t>
            </a:r>
            <a:endParaRPr lang="en-GB" sz="1800" b="0" u="none" strike="noStrike">
              <a:solidFill>
                <a:srgbClr val="000000"/>
              </a:solidFill>
              <a:effectLst/>
              <a:uFillTx/>
              <a:latin typeface="Arial"/>
            </a:endParaRPr>
          </a:p>
        </p:txBody>
      </p:sp>
      <p:sp>
        <p:nvSpPr>
          <p:cNvPr id="316" name="PlaceHolder 4"/>
          <p:cNvSpPr>
            <a:spLocks noGrp="1"/>
          </p:cNvSpPr>
          <p:nvPr>
            <p:ph type="sldNum" idx="27"/>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476B098-57F3-4427-8E19-FA747527D176}" type="slidenum">
              <a:rPr lang="en" sz="600" b="0" u="none" strike="noStrike">
                <a:solidFill>
                  <a:srgbClr val="929292"/>
                </a:solidFill>
                <a:effectLst/>
                <a:uFillTx/>
                <a:latin typeface="Arial"/>
                <a:ea typeface="Arial"/>
              </a:rPr>
              <a:t>10</a:t>
            </a:fld>
            <a:endParaRPr lang="en-GB" sz="600" b="0" u="none" strike="noStrike">
              <a:solidFill>
                <a:srgbClr val="000000"/>
              </a:solidFill>
              <a:effectLst/>
              <a:uFillTx/>
              <a:latin typeface="Times New Roman"/>
            </a:endParaRPr>
          </a:p>
        </p:txBody>
      </p:sp>
      <p:sp>
        <p:nvSpPr>
          <p:cNvPr id="317" name="PlaceHolder 5"/>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Subtitle if needed</a:t>
            </a:r>
            <a:endParaRPr lang="en-GB" sz="180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PlaceHolder 1"/>
          <p:cNvSpPr>
            <a:spLocks noGrp="1"/>
          </p:cNvSpPr>
          <p:nvPr>
            <p:ph type="title"/>
          </p:nvPr>
        </p:nvSpPr>
        <p:spPr>
          <a:xfrm>
            <a:off x="365760" y="274320"/>
            <a:ext cx="835488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Three Column Layout</a:t>
            </a:r>
            <a:endParaRPr lang="en-GB" sz="2600" b="0" u="none" strike="noStrike">
              <a:solidFill>
                <a:srgbClr val="000000"/>
              </a:solidFill>
              <a:effectLst/>
              <a:uFillTx/>
              <a:latin typeface="Arial"/>
            </a:endParaRPr>
          </a:p>
        </p:txBody>
      </p:sp>
      <p:sp>
        <p:nvSpPr>
          <p:cNvPr id="319" name="PlaceHolder 2"/>
          <p:cNvSpPr>
            <a:spLocks noGrp="1"/>
          </p:cNvSpPr>
          <p:nvPr>
            <p:ph/>
          </p:nvPr>
        </p:nvSpPr>
        <p:spPr>
          <a:xfrm>
            <a:off x="365760" y="1101259"/>
            <a:ext cx="2694600" cy="4226285"/>
          </a:xfrm>
          <a:prstGeom prst="rect">
            <a:avLst/>
          </a:prstGeom>
          <a:noFill/>
          <a:ln w="0">
            <a:noFill/>
          </a:ln>
        </p:spPr>
        <p:txBody>
          <a:bodyPr lIns="91440" tIns="91440" rIns="91440" bIns="91440" anchor="t">
            <a:spAutoFit/>
          </a:bodyPr>
          <a:lstStyle/>
          <a:p>
            <a:pPr indent="0">
              <a:lnSpc>
                <a:spcPct val="115000"/>
              </a:lnSpc>
              <a:spcAft>
                <a:spcPts val="1001"/>
              </a:spcAft>
              <a:buNone/>
              <a:tabLst>
                <a:tab pos="0" algn="l"/>
              </a:tabLst>
            </a:pPr>
            <a:r>
              <a:rPr lang="en" sz="1600" b="0" u="none" strike="noStrike" dirty="0">
                <a:solidFill>
                  <a:srgbClr val="5B5B5B"/>
                </a:solidFill>
                <a:effectLst/>
                <a:uFillTx/>
                <a:latin typeface="Arial"/>
                <a:ea typeface="Arial"/>
              </a:rPr>
              <a:t>Lorem ipsum dolor sit </a:t>
            </a:r>
            <a:r>
              <a:rPr lang="en" sz="1600" b="0" u="none" strike="noStrike" dirty="0" err="1">
                <a:solidFill>
                  <a:srgbClr val="5B5B5B"/>
                </a:solidFill>
                <a:effectLst/>
                <a:uFillTx/>
                <a:latin typeface="Arial"/>
                <a:ea typeface="Arial"/>
              </a:rPr>
              <a:t>amet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adipiscing</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elit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eiusmod</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tempor</a:t>
            </a:r>
            <a:r>
              <a:rPr lang="en" sz="1600" b="0" u="none" strike="noStrike" dirty="0">
                <a:solidFill>
                  <a:srgbClr val="5B5B5B"/>
                </a:solidFill>
                <a:effectLst/>
                <a:uFillTx/>
                <a:latin typeface="Arial"/>
                <a:ea typeface="Arial"/>
              </a:rPr>
              <a:t> sed </a:t>
            </a:r>
            <a:r>
              <a:rPr lang="en" sz="1600" b="0" u="none" strike="noStrike" dirty="0" err="1">
                <a:solidFill>
                  <a:srgbClr val="5B5B5B"/>
                </a:solidFill>
                <a:effectLst/>
                <a:uFillTx/>
                <a:latin typeface="Arial"/>
                <a:ea typeface="Arial"/>
              </a:rPr>
              <a:t>incididunt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ut</a:t>
            </a:r>
            <a:r>
              <a:rPr lang="en" sz="1600" b="0" u="none" strike="noStrike" dirty="0">
                <a:solidFill>
                  <a:srgbClr val="5B5B5B"/>
                </a:solidFill>
                <a:effectLst/>
                <a:uFillTx/>
                <a:latin typeface="Arial"/>
                <a:ea typeface="Arial"/>
              </a:rPr>
              <a:t> labore et dolore magna.</a:t>
            </a:r>
          </a:p>
          <a:p>
            <a:pPr>
              <a:lnSpc>
                <a:spcPct val="115000"/>
              </a:lnSpc>
              <a:spcAft>
                <a:spcPts val="1001"/>
              </a:spcAft>
              <a:tabLst>
                <a:tab pos="0" algn="l"/>
              </a:tabLst>
            </a:pPr>
            <a:r>
              <a:rPr lang="en" sz="1600" dirty="0">
                <a:solidFill>
                  <a:srgbClr val="5B5B5B"/>
                </a:solidFill>
                <a:ea typeface="Arial"/>
              </a:rPr>
              <a:t>Lorem ipsum dolor sit </a:t>
            </a:r>
            <a:r>
              <a:rPr lang="en" sz="1600" dirty="0" err="1">
                <a:solidFill>
                  <a:srgbClr val="5B5B5B"/>
                </a:solidFill>
                <a:ea typeface="Arial"/>
              </a:rPr>
              <a:t>amet</a:t>
            </a:r>
            <a:r>
              <a:rPr lang="en" sz="1600" dirty="0">
                <a:solidFill>
                  <a:srgbClr val="5B5B5B"/>
                </a:solidFill>
                <a:ea typeface="Arial"/>
              </a:rPr>
              <a:t>, </a:t>
            </a:r>
            <a:r>
              <a:rPr lang="en" sz="1600" dirty="0" err="1">
                <a:solidFill>
                  <a:srgbClr val="5B5B5B"/>
                </a:solidFill>
                <a:ea typeface="Arial"/>
              </a:rPr>
              <a:t>adipiscing</a:t>
            </a:r>
            <a:r>
              <a:rPr lang="en" sz="1600" dirty="0">
                <a:solidFill>
                  <a:srgbClr val="5B5B5B"/>
                </a:solidFill>
                <a:ea typeface="Arial"/>
              </a:rPr>
              <a:t> </a:t>
            </a:r>
            <a:r>
              <a:rPr lang="en" sz="1600" dirty="0" err="1">
                <a:solidFill>
                  <a:srgbClr val="5B5B5B"/>
                </a:solidFill>
                <a:ea typeface="Arial"/>
              </a:rPr>
              <a:t>elit</a:t>
            </a:r>
            <a:r>
              <a:rPr lang="en" sz="1600" dirty="0">
                <a:solidFill>
                  <a:srgbClr val="5B5B5B"/>
                </a:solidFill>
                <a:ea typeface="Arial"/>
              </a:rPr>
              <a:t>, </a:t>
            </a:r>
            <a:r>
              <a:rPr lang="en" sz="1600" dirty="0" err="1">
                <a:solidFill>
                  <a:srgbClr val="5B5B5B"/>
                </a:solidFill>
                <a:ea typeface="Arial"/>
              </a:rPr>
              <a:t>eiusmod</a:t>
            </a:r>
            <a:r>
              <a:rPr lang="en" sz="1600" dirty="0">
                <a:solidFill>
                  <a:srgbClr val="5B5B5B"/>
                </a:solidFill>
                <a:ea typeface="Arial"/>
              </a:rPr>
              <a:t> </a:t>
            </a:r>
            <a:r>
              <a:rPr lang="en" sz="1600" dirty="0" err="1">
                <a:solidFill>
                  <a:srgbClr val="5B5B5B"/>
                </a:solidFill>
                <a:ea typeface="Arial"/>
              </a:rPr>
              <a:t>tempor</a:t>
            </a:r>
            <a:r>
              <a:rPr lang="en" sz="1600" dirty="0">
                <a:solidFill>
                  <a:srgbClr val="5B5B5B"/>
                </a:solidFill>
                <a:ea typeface="Arial"/>
              </a:rPr>
              <a:t> sed </a:t>
            </a:r>
            <a:r>
              <a:rPr lang="en" sz="1600" dirty="0" err="1">
                <a:solidFill>
                  <a:srgbClr val="5B5B5B"/>
                </a:solidFill>
                <a:ea typeface="Arial"/>
              </a:rPr>
              <a:t>incididunt</a:t>
            </a:r>
            <a:r>
              <a:rPr lang="en" sz="1600" dirty="0">
                <a:solidFill>
                  <a:srgbClr val="5B5B5B"/>
                </a:solidFill>
                <a:ea typeface="Arial"/>
              </a:rPr>
              <a:t> </a:t>
            </a:r>
            <a:r>
              <a:rPr lang="en" sz="1600" dirty="0" err="1">
                <a:solidFill>
                  <a:srgbClr val="5B5B5B"/>
                </a:solidFill>
                <a:ea typeface="Arial"/>
              </a:rPr>
              <a:t>ut</a:t>
            </a:r>
            <a:r>
              <a:rPr lang="en" sz="1600" dirty="0">
                <a:solidFill>
                  <a:srgbClr val="5B5B5B"/>
                </a:solidFill>
                <a:ea typeface="Arial"/>
              </a:rPr>
              <a:t> labore et dolore magna.</a:t>
            </a:r>
          </a:p>
          <a:p>
            <a:pPr>
              <a:lnSpc>
                <a:spcPct val="115000"/>
              </a:lnSpc>
              <a:spcAft>
                <a:spcPts val="1001"/>
              </a:spcAft>
              <a:tabLst>
                <a:tab pos="0" algn="l"/>
              </a:tabLst>
            </a:pPr>
            <a:r>
              <a:rPr lang="en" sz="1600" dirty="0">
                <a:solidFill>
                  <a:srgbClr val="5B5B5B"/>
                </a:solidFill>
                <a:ea typeface="Arial"/>
              </a:rPr>
              <a:t>Lorem ipsum dolor sit </a:t>
            </a:r>
            <a:r>
              <a:rPr lang="en" sz="1600" dirty="0" err="1">
                <a:solidFill>
                  <a:srgbClr val="5B5B5B"/>
                </a:solidFill>
                <a:ea typeface="Arial"/>
              </a:rPr>
              <a:t>amet</a:t>
            </a:r>
            <a:r>
              <a:rPr lang="en" sz="1600" dirty="0">
                <a:solidFill>
                  <a:srgbClr val="5B5B5B"/>
                </a:solidFill>
                <a:ea typeface="Arial"/>
              </a:rPr>
              <a:t>, </a:t>
            </a:r>
            <a:r>
              <a:rPr lang="en" sz="1600" dirty="0" err="1">
                <a:solidFill>
                  <a:srgbClr val="5B5B5B"/>
                </a:solidFill>
                <a:ea typeface="Arial"/>
              </a:rPr>
              <a:t>adipiscing</a:t>
            </a:r>
            <a:r>
              <a:rPr lang="en" sz="1600" dirty="0">
                <a:solidFill>
                  <a:srgbClr val="5B5B5B"/>
                </a:solidFill>
                <a:ea typeface="Arial"/>
              </a:rPr>
              <a:t> </a:t>
            </a:r>
            <a:r>
              <a:rPr lang="en" sz="1600" dirty="0" err="1">
                <a:solidFill>
                  <a:srgbClr val="5B5B5B"/>
                </a:solidFill>
                <a:ea typeface="Arial"/>
              </a:rPr>
              <a:t>elit</a:t>
            </a:r>
            <a:r>
              <a:rPr lang="en" sz="1600" dirty="0">
                <a:solidFill>
                  <a:srgbClr val="5B5B5B"/>
                </a:solidFill>
                <a:ea typeface="Arial"/>
              </a:rPr>
              <a:t>, </a:t>
            </a:r>
            <a:r>
              <a:rPr lang="en" sz="1600" dirty="0" err="1">
                <a:solidFill>
                  <a:srgbClr val="5B5B5B"/>
                </a:solidFill>
                <a:ea typeface="Arial"/>
              </a:rPr>
              <a:t>eiusmod</a:t>
            </a:r>
            <a:r>
              <a:rPr lang="en" sz="1600" dirty="0">
                <a:solidFill>
                  <a:srgbClr val="5B5B5B"/>
                </a:solidFill>
                <a:ea typeface="Arial"/>
              </a:rPr>
              <a:t> </a:t>
            </a:r>
            <a:r>
              <a:rPr lang="en" sz="1600" dirty="0" err="1">
                <a:solidFill>
                  <a:srgbClr val="5B5B5B"/>
                </a:solidFill>
                <a:ea typeface="Arial"/>
              </a:rPr>
              <a:t>tempor</a:t>
            </a:r>
            <a:r>
              <a:rPr lang="en" sz="1600" dirty="0">
                <a:solidFill>
                  <a:srgbClr val="5B5B5B"/>
                </a:solidFill>
                <a:ea typeface="Arial"/>
              </a:rPr>
              <a:t> sed </a:t>
            </a:r>
            <a:r>
              <a:rPr lang="en" sz="1600" dirty="0" err="1">
                <a:solidFill>
                  <a:srgbClr val="5B5B5B"/>
                </a:solidFill>
                <a:ea typeface="Arial"/>
              </a:rPr>
              <a:t>incididunt</a:t>
            </a:r>
            <a:r>
              <a:rPr lang="en" sz="1600" dirty="0">
                <a:solidFill>
                  <a:srgbClr val="5B5B5B"/>
                </a:solidFill>
                <a:ea typeface="Arial"/>
              </a:rPr>
              <a:t> </a:t>
            </a:r>
            <a:r>
              <a:rPr lang="en" sz="1600" dirty="0" err="1">
                <a:solidFill>
                  <a:srgbClr val="5B5B5B"/>
                </a:solidFill>
                <a:ea typeface="Arial"/>
              </a:rPr>
              <a:t>ut</a:t>
            </a:r>
            <a:r>
              <a:rPr lang="en" sz="1600" dirty="0">
                <a:solidFill>
                  <a:srgbClr val="5B5B5B"/>
                </a:solidFill>
                <a:ea typeface="Arial"/>
              </a:rPr>
              <a:t> labore et dolore magna.</a:t>
            </a:r>
            <a:endParaRPr lang="en-GB" sz="1600" dirty="0">
              <a:solidFill>
                <a:srgbClr val="000000"/>
              </a:solidFill>
            </a:endParaRPr>
          </a:p>
          <a:p>
            <a:pPr indent="0">
              <a:lnSpc>
                <a:spcPct val="115000"/>
              </a:lnSpc>
              <a:spcAft>
                <a:spcPts val="1001"/>
              </a:spcAft>
              <a:buNone/>
              <a:tabLst>
                <a:tab pos="0" algn="l"/>
              </a:tabLst>
            </a:pPr>
            <a:endParaRPr lang="en-GB" sz="1600" b="0" u="none" strike="noStrike" dirty="0">
              <a:solidFill>
                <a:srgbClr val="000000"/>
              </a:solidFill>
              <a:effectLst/>
              <a:uFillTx/>
              <a:latin typeface="Arial"/>
            </a:endParaRPr>
          </a:p>
        </p:txBody>
      </p:sp>
      <p:sp>
        <p:nvSpPr>
          <p:cNvPr id="320" name="PlaceHolder 3"/>
          <p:cNvSpPr>
            <a:spLocks noGrp="1"/>
          </p:cNvSpPr>
          <p:nvPr>
            <p:ph/>
          </p:nvPr>
        </p:nvSpPr>
        <p:spPr>
          <a:xfrm>
            <a:off x="3169080" y="1101259"/>
            <a:ext cx="2694600" cy="4226285"/>
          </a:xfrm>
          <a:prstGeom prst="rect">
            <a:avLst/>
          </a:prstGeom>
          <a:noFill/>
          <a:ln w="0">
            <a:noFill/>
          </a:ln>
        </p:spPr>
        <p:txBody>
          <a:bodyPr lIns="91440" tIns="91440" rIns="91440" bIns="91440" anchor="t">
            <a:spAutoFit/>
          </a:bodyPr>
          <a:lstStyle/>
          <a:p>
            <a:pPr indent="0">
              <a:lnSpc>
                <a:spcPct val="115000"/>
              </a:lnSpc>
              <a:spcAft>
                <a:spcPts val="1001"/>
              </a:spcAft>
              <a:buNone/>
              <a:tabLst>
                <a:tab pos="0" algn="l"/>
              </a:tabLst>
            </a:pPr>
            <a:r>
              <a:rPr lang="en" sz="1600" b="0" u="none" strike="noStrike" dirty="0">
                <a:solidFill>
                  <a:srgbClr val="5B5B5B"/>
                </a:solidFill>
                <a:effectLst/>
                <a:uFillTx/>
                <a:latin typeface="Arial"/>
                <a:ea typeface="Arial"/>
              </a:rPr>
              <a:t>Lorem ipsum dolor sit </a:t>
            </a:r>
            <a:r>
              <a:rPr lang="en" sz="1600" b="0" u="none" strike="noStrike" dirty="0" err="1">
                <a:solidFill>
                  <a:srgbClr val="5B5B5B"/>
                </a:solidFill>
                <a:effectLst/>
                <a:uFillTx/>
                <a:latin typeface="Arial"/>
                <a:ea typeface="Arial"/>
              </a:rPr>
              <a:t>amet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adipiscing</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elit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eiusmod</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tempor</a:t>
            </a:r>
            <a:r>
              <a:rPr lang="en" sz="1600" b="0" u="none" strike="noStrike" dirty="0">
                <a:solidFill>
                  <a:srgbClr val="5B5B5B"/>
                </a:solidFill>
                <a:effectLst/>
                <a:uFillTx/>
                <a:latin typeface="Arial"/>
                <a:ea typeface="Arial"/>
              </a:rPr>
              <a:t> sed </a:t>
            </a:r>
            <a:r>
              <a:rPr lang="en" sz="1600" b="0" u="none" strike="noStrike" dirty="0" err="1">
                <a:solidFill>
                  <a:srgbClr val="5B5B5B"/>
                </a:solidFill>
                <a:effectLst/>
                <a:uFillTx/>
                <a:latin typeface="Arial"/>
                <a:ea typeface="Arial"/>
              </a:rPr>
              <a:t>incididunt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ut</a:t>
            </a:r>
            <a:r>
              <a:rPr lang="en" sz="1600" b="0" u="none" strike="noStrike" dirty="0">
                <a:solidFill>
                  <a:srgbClr val="5B5B5B"/>
                </a:solidFill>
                <a:effectLst/>
                <a:uFillTx/>
                <a:latin typeface="Arial"/>
                <a:ea typeface="Arial"/>
              </a:rPr>
              <a:t> labore et dolore magna.</a:t>
            </a:r>
          </a:p>
          <a:p>
            <a:pPr>
              <a:lnSpc>
                <a:spcPct val="115000"/>
              </a:lnSpc>
              <a:spcAft>
                <a:spcPts val="1001"/>
              </a:spcAft>
              <a:tabLst>
                <a:tab pos="0" algn="l"/>
              </a:tabLst>
            </a:pPr>
            <a:r>
              <a:rPr lang="en" sz="1600" dirty="0">
                <a:solidFill>
                  <a:srgbClr val="5B5B5B"/>
                </a:solidFill>
                <a:ea typeface="Arial"/>
              </a:rPr>
              <a:t>Lorem ipsum dolor sit </a:t>
            </a:r>
            <a:r>
              <a:rPr lang="en" sz="1600" dirty="0" err="1">
                <a:solidFill>
                  <a:srgbClr val="5B5B5B"/>
                </a:solidFill>
                <a:ea typeface="Arial"/>
              </a:rPr>
              <a:t>amet</a:t>
            </a:r>
            <a:r>
              <a:rPr lang="en" sz="1600" dirty="0">
                <a:solidFill>
                  <a:srgbClr val="5B5B5B"/>
                </a:solidFill>
                <a:ea typeface="Arial"/>
              </a:rPr>
              <a:t>, </a:t>
            </a:r>
            <a:r>
              <a:rPr lang="en" sz="1600" dirty="0" err="1">
                <a:solidFill>
                  <a:srgbClr val="5B5B5B"/>
                </a:solidFill>
                <a:ea typeface="Arial"/>
              </a:rPr>
              <a:t>adipiscing</a:t>
            </a:r>
            <a:r>
              <a:rPr lang="en" sz="1600" dirty="0">
                <a:solidFill>
                  <a:srgbClr val="5B5B5B"/>
                </a:solidFill>
                <a:ea typeface="Arial"/>
              </a:rPr>
              <a:t> </a:t>
            </a:r>
            <a:r>
              <a:rPr lang="en" sz="1600" dirty="0" err="1">
                <a:solidFill>
                  <a:srgbClr val="5B5B5B"/>
                </a:solidFill>
                <a:ea typeface="Arial"/>
              </a:rPr>
              <a:t>elit</a:t>
            </a:r>
            <a:r>
              <a:rPr lang="en" sz="1600" dirty="0">
                <a:solidFill>
                  <a:srgbClr val="5B5B5B"/>
                </a:solidFill>
                <a:ea typeface="Arial"/>
              </a:rPr>
              <a:t>, </a:t>
            </a:r>
            <a:r>
              <a:rPr lang="en" sz="1600" dirty="0" err="1">
                <a:solidFill>
                  <a:srgbClr val="5B5B5B"/>
                </a:solidFill>
                <a:ea typeface="Arial"/>
              </a:rPr>
              <a:t>eiusmod</a:t>
            </a:r>
            <a:r>
              <a:rPr lang="en" sz="1600" dirty="0">
                <a:solidFill>
                  <a:srgbClr val="5B5B5B"/>
                </a:solidFill>
                <a:ea typeface="Arial"/>
              </a:rPr>
              <a:t> </a:t>
            </a:r>
            <a:r>
              <a:rPr lang="en" sz="1600" dirty="0" err="1">
                <a:solidFill>
                  <a:srgbClr val="5B5B5B"/>
                </a:solidFill>
                <a:ea typeface="Arial"/>
              </a:rPr>
              <a:t>tempor</a:t>
            </a:r>
            <a:r>
              <a:rPr lang="en" sz="1600" dirty="0">
                <a:solidFill>
                  <a:srgbClr val="5B5B5B"/>
                </a:solidFill>
                <a:ea typeface="Arial"/>
              </a:rPr>
              <a:t> sed </a:t>
            </a:r>
            <a:r>
              <a:rPr lang="en" sz="1600" dirty="0" err="1">
                <a:solidFill>
                  <a:srgbClr val="5B5B5B"/>
                </a:solidFill>
                <a:ea typeface="Arial"/>
              </a:rPr>
              <a:t>incididunt</a:t>
            </a:r>
            <a:r>
              <a:rPr lang="en" sz="1600" dirty="0">
                <a:solidFill>
                  <a:srgbClr val="5B5B5B"/>
                </a:solidFill>
                <a:ea typeface="Arial"/>
              </a:rPr>
              <a:t> </a:t>
            </a:r>
            <a:r>
              <a:rPr lang="en" sz="1600" dirty="0" err="1">
                <a:solidFill>
                  <a:srgbClr val="5B5B5B"/>
                </a:solidFill>
                <a:ea typeface="Arial"/>
              </a:rPr>
              <a:t>ut</a:t>
            </a:r>
            <a:r>
              <a:rPr lang="en" sz="1600" dirty="0">
                <a:solidFill>
                  <a:srgbClr val="5B5B5B"/>
                </a:solidFill>
                <a:ea typeface="Arial"/>
              </a:rPr>
              <a:t> labore et dolore magna.</a:t>
            </a:r>
            <a:endParaRPr lang="en-GB" sz="1600" dirty="0">
              <a:solidFill>
                <a:srgbClr val="000000"/>
              </a:solidFill>
            </a:endParaRPr>
          </a:p>
          <a:p>
            <a:pPr>
              <a:lnSpc>
                <a:spcPct val="115000"/>
              </a:lnSpc>
              <a:spcAft>
                <a:spcPts val="1001"/>
              </a:spcAft>
              <a:tabLst>
                <a:tab pos="0" algn="l"/>
              </a:tabLst>
            </a:pPr>
            <a:r>
              <a:rPr lang="en" sz="1600" dirty="0">
                <a:solidFill>
                  <a:srgbClr val="5B5B5B"/>
                </a:solidFill>
                <a:ea typeface="Arial"/>
              </a:rPr>
              <a:t>Lorem ipsum dolor sit </a:t>
            </a:r>
            <a:r>
              <a:rPr lang="en" sz="1600" dirty="0" err="1">
                <a:solidFill>
                  <a:srgbClr val="5B5B5B"/>
                </a:solidFill>
                <a:ea typeface="Arial"/>
              </a:rPr>
              <a:t>amet</a:t>
            </a:r>
            <a:r>
              <a:rPr lang="en" sz="1600" dirty="0">
                <a:solidFill>
                  <a:srgbClr val="5B5B5B"/>
                </a:solidFill>
                <a:ea typeface="Arial"/>
              </a:rPr>
              <a:t>, </a:t>
            </a:r>
            <a:r>
              <a:rPr lang="en" sz="1600" dirty="0" err="1">
                <a:solidFill>
                  <a:srgbClr val="5B5B5B"/>
                </a:solidFill>
                <a:ea typeface="Arial"/>
              </a:rPr>
              <a:t>adipiscing</a:t>
            </a:r>
            <a:r>
              <a:rPr lang="en" sz="1600" dirty="0">
                <a:solidFill>
                  <a:srgbClr val="5B5B5B"/>
                </a:solidFill>
                <a:ea typeface="Arial"/>
              </a:rPr>
              <a:t> </a:t>
            </a:r>
            <a:r>
              <a:rPr lang="en" sz="1600" dirty="0" err="1">
                <a:solidFill>
                  <a:srgbClr val="5B5B5B"/>
                </a:solidFill>
                <a:ea typeface="Arial"/>
              </a:rPr>
              <a:t>elit</a:t>
            </a:r>
            <a:r>
              <a:rPr lang="en" sz="1600" dirty="0">
                <a:solidFill>
                  <a:srgbClr val="5B5B5B"/>
                </a:solidFill>
                <a:ea typeface="Arial"/>
              </a:rPr>
              <a:t>, </a:t>
            </a:r>
            <a:r>
              <a:rPr lang="en" sz="1600" dirty="0" err="1">
                <a:solidFill>
                  <a:srgbClr val="5B5B5B"/>
                </a:solidFill>
                <a:ea typeface="Arial"/>
              </a:rPr>
              <a:t>eiusmod</a:t>
            </a:r>
            <a:r>
              <a:rPr lang="en" sz="1600" dirty="0">
                <a:solidFill>
                  <a:srgbClr val="5B5B5B"/>
                </a:solidFill>
                <a:ea typeface="Arial"/>
              </a:rPr>
              <a:t> </a:t>
            </a:r>
            <a:r>
              <a:rPr lang="en" sz="1600" dirty="0" err="1">
                <a:solidFill>
                  <a:srgbClr val="5B5B5B"/>
                </a:solidFill>
                <a:ea typeface="Arial"/>
              </a:rPr>
              <a:t>tempor</a:t>
            </a:r>
            <a:r>
              <a:rPr lang="en" sz="1600" dirty="0">
                <a:solidFill>
                  <a:srgbClr val="5B5B5B"/>
                </a:solidFill>
                <a:ea typeface="Arial"/>
              </a:rPr>
              <a:t> sed </a:t>
            </a:r>
            <a:r>
              <a:rPr lang="en" sz="1600" dirty="0" err="1">
                <a:solidFill>
                  <a:srgbClr val="5B5B5B"/>
                </a:solidFill>
                <a:ea typeface="Arial"/>
              </a:rPr>
              <a:t>incididunt</a:t>
            </a:r>
            <a:r>
              <a:rPr lang="en" sz="1600" dirty="0">
                <a:solidFill>
                  <a:srgbClr val="5B5B5B"/>
                </a:solidFill>
                <a:ea typeface="Arial"/>
              </a:rPr>
              <a:t> </a:t>
            </a:r>
            <a:r>
              <a:rPr lang="en" sz="1600" dirty="0" err="1">
                <a:solidFill>
                  <a:srgbClr val="5B5B5B"/>
                </a:solidFill>
                <a:ea typeface="Arial"/>
              </a:rPr>
              <a:t>ut</a:t>
            </a:r>
            <a:r>
              <a:rPr lang="en" sz="1600" dirty="0">
                <a:solidFill>
                  <a:srgbClr val="5B5B5B"/>
                </a:solidFill>
                <a:ea typeface="Arial"/>
              </a:rPr>
              <a:t> labore et dolore magna.</a:t>
            </a:r>
            <a:endParaRPr lang="en-GB" sz="1600" dirty="0">
              <a:solidFill>
                <a:srgbClr val="000000"/>
              </a:solidFill>
            </a:endParaRPr>
          </a:p>
          <a:p>
            <a:pPr indent="0">
              <a:lnSpc>
                <a:spcPct val="115000"/>
              </a:lnSpc>
              <a:spcAft>
                <a:spcPts val="1001"/>
              </a:spcAft>
              <a:buNone/>
              <a:tabLst>
                <a:tab pos="0" algn="l"/>
              </a:tabLst>
            </a:pPr>
            <a:endParaRPr lang="en-GB" sz="1600" b="0" u="none" strike="noStrike" dirty="0">
              <a:solidFill>
                <a:srgbClr val="000000"/>
              </a:solidFill>
              <a:effectLst/>
              <a:uFillTx/>
              <a:latin typeface="Arial"/>
            </a:endParaRPr>
          </a:p>
        </p:txBody>
      </p:sp>
      <p:sp>
        <p:nvSpPr>
          <p:cNvPr id="321" name="PlaceHolder 4"/>
          <p:cNvSpPr>
            <a:spLocks noGrp="1"/>
          </p:cNvSpPr>
          <p:nvPr>
            <p:ph/>
          </p:nvPr>
        </p:nvSpPr>
        <p:spPr>
          <a:xfrm>
            <a:off x="6127920" y="1101259"/>
            <a:ext cx="2694600" cy="4226285"/>
          </a:xfrm>
          <a:prstGeom prst="rect">
            <a:avLst/>
          </a:prstGeom>
          <a:noFill/>
          <a:ln w="0">
            <a:noFill/>
          </a:ln>
        </p:spPr>
        <p:txBody>
          <a:bodyPr lIns="91440" tIns="91440" rIns="91440" bIns="91440" anchor="t">
            <a:spAutoFit/>
          </a:bodyPr>
          <a:lstStyle/>
          <a:p>
            <a:pPr indent="0">
              <a:lnSpc>
                <a:spcPct val="115000"/>
              </a:lnSpc>
              <a:spcAft>
                <a:spcPts val="1001"/>
              </a:spcAft>
              <a:buNone/>
              <a:tabLst>
                <a:tab pos="0" algn="l"/>
              </a:tabLst>
            </a:pPr>
            <a:r>
              <a:rPr lang="en" sz="1600" b="0" u="none" strike="noStrike" dirty="0">
                <a:solidFill>
                  <a:srgbClr val="5B5B5B"/>
                </a:solidFill>
                <a:effectLst/>
                <a:uFillTx/>
                <a:latin typeface="Arial"/>
                <a:ea typeface="Arial"/>
              </a:rPr>
              <a:t>Lorem ipsum dolor sit </a:t>
            </a:r>
            <a:r>
              <a:rPr lang="en" sz="1600" b="0" u="none" strike="noStrike" dirty="0" err="1">
                <a:solidFill>
                  <a:srgbClr val="5B5B5B"/>
                </a:solidFill>
                <a:effectLst/>
                <a:uFillTx/>
                <a:latin typeface="Arial"/>
                <a:ea typeface="Arial"/>
              </a:rPr>
              <a:t>amet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adipiscing</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elit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eiusmod</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tempor</a:t>
            </a:r>
            <a:r>
              <a:rPr lang="en" sz="1600" b="0" u="none" strike="noStrike" dirty="0">
                <a:solidFill>
                  <a:srgbClr val="5B5B5B"/>
                </a:solidFill>
                <a:effectLst/>
                <a:uFillTx/>
                <a:latin typeface="Arial"/>
                <a:ea typeface="Arial"/>
              </a:rPr>
              <a:t> sed </a:t>
            </a:r>
            <a:r>
              <a:rPr lang="en" sz="1600" b="0" u="none" strike="noStrike" dirty="0" err="1">
                <a:solidFill>
                  <a:srgbClr val="5B5B5B"/>
                </a:solidFill>
                <a:effectLst/>
                <a:uFillTx/>
                <a:latin typeface="Arial"/>
                <a:ea typeface="Arial"/>
              </a:rPr>
              <a:t>incididunt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ut</a:t>
            </a:r>
            <a:r>
              <a:rPr lang="en" sz="1600" b="0" u="none" strike="noStrike" dirty="0">
                <a:solidFill>
                  <a:srgbClr val="5B5B5B"/>
                </a:solidFill>
                <a:effectLst/>
                <a:uFillTx/>
                <a:latin typeface="Arial"/>
                <a:ea typeface="Arial"/>
              </a:rPr>
              <a:t> labore et dolore magna.</a:t>
            </a:r>
          </a:p>
          <a:p>
            <a:pPr>
              <a:lnSpc>
                <a:spcPct val="115000"/>
              </a:lnSpc>
              <a:spcAft>
                <a:spcPts val="1001"/>
              </a:spcAft>
              <a:tabLst>
                <a:tab pos="0" algn="l"/>
              </a:tabLst>
            </a:pPr>
            <a:r>
              <a:rPr lang="en" sz="1600" dirty="0">
                <a:solidFill>
                  <a:srgbClr val="5B5B5B"/>
                </a:solidFill>
                <a:ea typeface="Arial"/>
              </a:rPr>
              <a:t>Lorem ipsum dolor sit </a:t>
            </a:r>
            <a:r>
              <a:rPr lang="en" sz="1600" dirty="0" err="1">
                <a:solidFill>
                  <a:srgbClr val="5B5B5B"/>
                </a:solidFill>
                <a:ea typeface="Arial"/>
              </a:rPr>
              <a:t>amet</a:t>
            </a:r>
            <a:r>
              <a:rPr lang="en" sz="1600" dirty="0">
                <a:solidFill>
                  <a:srgbClr val="5B5B5B"/>
                </a:solidFill>
                <a:ea typeface="Arial"/>
              </a:rPr>
              <a:t>, </a:t>
            </a:r>
            <a:r>
              <a:rPr lang="en" sz="1600" dirty="0" err="1">
                <a:solidFill>
                  <a:srgbClr val="5B5B5B"/>
                </a:solidFill>
                <a:ea typeface="Arial"/>
              </a:rPr>
              <a:t>adipiscing</a:t>
            </a:r>
            <a:r>
              <a:rPr lang="en" sz="1600" dirty="0">
                <a:solidFill>
                  <a:srgbClr val="5B5B5B"/>
                </a:solidFill>
                <a:ea typeface="Arial"/>
              </a:rPr>
              <a:t> </a:t>
            </a:r>
            <a:r>
              <a:rPr lang="en" sz="1600" dirty="0" err="1">
                <a:solidFill>
                  <a:srgbClr val="5B5B5B"/>
                </a:solidFill>
                <a:ea typeface="Arial"/>
              </a:rPr>
              <a:t>elit</a:t>
            </a:r>
            <a:r>
              <a:rPr lang="en" sz="1600" dirty="0">
                <a:solidFill>
                  <a:srgbClr val="5B5B5B"/>
                </a:solidFill>
                <a:ea typeface="Arial"/>
              </a:rPr>
              <a:t>, </a:t>
            </a:r>
            <a:r>
              <a:rPr lang="en" sz="1600" dirty="0" err="1">
                <a:solidFill>
                  <a:srgbClr val="5B5B5B"/>
                </a:solidFill>
                <a:ea typeface="Arial"/>
              </a:rPr>
              <a:t>eiusmod</a:t>
            </a:r>
            <a:r>
              <a:rPr lang="en" sz="1600" dirty="0">
                <a:solidFill>
                  <a:srgbClr val="5B5B5B"/>
                </a:solidFill>
                <a:ea typeface="Arial"/>
              </a:rPr>
              <a:t> </a:t>
            </a:r>
            <a:r>
              <a:rPr lang="en" sz="1600" dirty="0" err="1">
                <a:solidFill>
                  <a:srgbClr val="5B5B5B"/>
                </a:solidFill>
                <a:ea typeface="Arial"/>
              </a:rPr>
              <a:t>tempor</a:t>
            </a:r>
            <a:r>
              <a:rPr lang="en" sz="1600" dirty="0">
                <a:solidFill>
                  <a:srgbClr val="5B5B5B"/>
                </a:solidFill>
                <a:ea typeface="Arial"/>
              </a:rPr>
              <a:t> sed </a:t>
            </a:r>
            <a:r>
              <a:rPr lang="en" sz="1600" dirty="0" err="1">
                <a:solidFill>
                  <a:srgbClr val="5B5B5B"/>
                </a:solidFill>
                <a:ea typeface="Arial"/>
              </a:rPr>
              <a:t>incididunt</a:t>
            </a:r>
            <a:r>
              <a:rPr lang="en" sz="1600" dirty="0">
                <a:solidFill>
                  <a:srgbClr val="5B5B5B"/>
                </a:solidFill>
                <a:ea typeface="Arial"/>
              </a:rPr>
              <a:t> </a:t>
            </a:r>
            <a:r>
              <a:rPr lang="en" sz="1600" dirty="0" err="1">
                <a:solidFill>
                  <a:srgbClr val="5B5B5B"/>
                </a:solidFill>
                <a:ea typeface="Arial"/>
              </a:rPr>
              <a:t>ut</a:t>
            </a:r>
            <a:r>
              <a:rPr lang="en" sz="1600" dirty="0">
                <a:solidFill>
                  <a:srgbClr val="5B5B5B"/>
                </a:solidFill>
                <a:ea typeface="Arial"/>
              </a:rPr>
              <a:t> labore et dolore magna.</a:t>
            </a:r>
            <a:endParaRPr lang="en-GB" sz="1600" dirty="0">
              <a:solidFill>
                <a:srgbClr val="000000"/>
              </a:solidFill>
            </a:endParaRPr>
          </a:p>
          <a:p>
            <a:pPr>
              <a:lnSpc>
                <a:spcPct val="115000"/>
              </a:lnSpc>
              <a:spcAft>
                <a:spcPts val="1001"/>
              </a:spcAft>
              <a:tabLst>
                <a:tab pos="0" algn="l"/>
              </a:tabLst>
            </a:pPr>
            <a:r>
              <a:rPr lang="en" sz="1600" dirty="0">
                <a:solidFill>
                  <a:srgbClr val="5B5B5B"/>
                </a:solidFill>
                <a:ea typeface="Arial"/>
              </a:rPr>
              <a:t>Lorem ipsum dolor sit </a:t>
            </a:r>
            <a:r>
              <a:rPr lang="en" sz="1600" dirty="0" err="1">
                <a:solidFill>
                  <a:srgbClr val="5B5B5B"/>
                </a:solidFill>
                <a:ea typeface="Arial"/>
              </a:rPr>
              <a:t>amet</a:t>
            </a:r>
            <a:r>
              <a:rPr lang="en" sz="1600" dirty="0">
                <a:solidFill>
                  <a:srgbClr val="5B5B5B"/>
                </a:solidFill>
                <a:ea typeface="Arial"/>
              </a:rPr>
              <a:t>, </a:t>
            </a:r>
            <a:r>
              <a:rPr lang="en" sz="1600" dirty="0" err="1">
                <a:solidFill>
                  <a:srgbClr val="5B5B5B"/>
                </a:solidFill>
                <a:ea typeface="Arial"/>
              </a:rPr>
              <a:t>adipiscing</a:t>
            </a:r>
            <a:r>
              <a:rPr lang="en" sz="1600" dirty="0">
                <a:solidFill>
                  <a:srgbClr val="5B5B5B"/>
                </a:solidFill>
                <a:ea typeface="Arial"/>
              </a:rPr>
              <a:t> </a:t>
            </a:r>
            <a:r>
              <a:rPr lang="en" sz="1600" dirty="0" err="1">
                <a:solidFill>
                  <a:srgbClr val="5B5B5B"/>
                </a:solidFill>
                <a:ea typeface="Arial"/>
              </a:rPr>
              <a:t>elit</a:t>
            </a:r>
            <a:r>
              <a:rPr lang="en" sz="1600" dirty="0">
                <a:solidFill>
                  <a:srgbClr val="5B5B5B"/>
                </a:solidFill>
                <a:ea typeface="Arial"/>
              </a:rPr>
              <a:t>, </a:t>
            </a:r>
            <a:r>
              <a:rPr lang="en" sz="1600" dirty="0" err="1">
                <a:solidFill>
                  <a:srgbClr val="5B5B5B"/>
                </a:solidFill>
                <a:ea typeface="Arial"/>
              </a:rPr>
              <a:t>eiusmod</a:t>
            </a:r>
            <a:r>
              <a:rPr lang="en" sz="1600" dirty="0">
                <a:solidFill>
                  <a:srgbClr val="5B5B5B"/>
                </a:solidFill>
                <a:ea typeface="Arial"/>
              </a:rPr>
              <a:t> </a:t>
            </a:r>
            <a:r>
              <a:rPr lang="en" sz="1600" dirty="0" err="1">
                <a:solidFill>
                  <a:srgbClr val="5B5B5B"/>
                </a:solidFill>
                <a:ea typeface="Arial"/>
              </a:rPr>
              <a:t>tempor</a:t>
            </a:r>
            <a:r>
              <a:rPr lang="en" sz="1600" dirty="0">
                <a:solidFill>
                  <a:srgbClr val="5B5B5B"/>
                </a:solidFill>
                <a:ea typeface="Arial"/>
              </a:rPr>
              <a:t> sed </a:t>
            </a:r>
            <a:r>
              <a:rPr lang="en" sz="1600" dirty="0" err="1">
                <a:solidFill>
                  <a:srgbClr val="5B5B5B"/>
                </a:solidFill>
                <a:ea typeface="Arial"/>
              </a:rPr>
              <a:t>incididunt</a:t>
            </a:r>
            <a:r>
              <a:rPr lang="en" sz="1600" dirty="0">
                <a:solidFill>
                  <a:srgbClr val="5B5B5B"/>
                </a:solidFill>
                <a:ea typeface="Arial"/>
              </a:rPr>
              <a:t> </a:t>
            </a:r>
            <a:r>
              <a:rPr lang="en" sz="1600" dirty="0" err="1">
                <a:solidFill>
                  <a:srgbClr val="5B5B5B"/>
                </a:solidFill>
                <a:ea typeface="Arial"/>
              </a:rPr>
              <a:t>ut</a:t>
            </a:r>
            <a:r>
              <a:rPr lang="en" sz="1600" dirty="0">
                <a:solidFill>
                  <a:srgbClr val="5B5B5B"/>
                </a:solidFill>
                <a:ea typeface="Arial"/>
              </a:rPr>
              <a:t> labore et dolore magna.</a:t>
            </a:r>
            <a:endParaRPr lang="en-GB" sz="1600" dirty="0">
              <a:solidFill>
                <a:srgbClr val="000000"/>
              </a:solidFill>
            </a:endParaRPr>
          </a:p>
          <a:p>
            <a:pPr indent="0">
              <a:lnSpc>
                <a:spcPct val="115000"/>
              </a:lnSpc>
              <a:spcAft>
                <a:spcPts val="1001"/>
              </a:spcAft>
              <a:buNone/>
              <a:tabLst>
                <a:tab pos="0" algn="l"/>
              </a:tabLst>
            </a:pPr>
            <a:endParaRPr lang="en-GB" sz="1600" b="0" u="none" strike="noStrike" dirty="0">
              <a:solidFill>
                <a:srgbClr val="000000"/>
              </a:solidFill>
              <a:effectLst/>
              <a:uFillTx/>
              <a:latin typeface="Arial"/>
            </a:endParaRPr>
          </a:p>
        </p:txBody>
      </p:sp>
      <p:sp>
        <p:nvSpPr>
          <p:cNvPr id="322" name="PlaceHolder 5"/>
          <p:cNvSpPr>
            <a:spLocks noGrp="1"/>
          </p:cNvSpPr>
          <p:nvPr>
            <p:ph type="sldNum" idx="28"/>
          </p:nvPr>
        </p:nvSpPr>
        <p:spPr>
          <a:xfrm>
            <a:off x="8229600" y="485928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405F9ED6-4823-4B0D-870F-F12613A9AE95}" type="slidenum">
              <a:rPr lang="en" sz="600" b="0" u="none" strike="noStrike">
                <a:solidFill>
                  <a:srgbClr val="929292"/>
                </a:solidFill>
                <a:effectLst/>
                <a:uFillTx/>
                <a:latin typeface="Arial"/>
                <a:ea typeface="Arial"/>
              </a:rPr>
              <a:t>11</a:t>
            </a:fld>
            <a:endParaRPr lang="en-GB" sz="600" b="0" u="none" strike="noStrike">
              <a:solidFill>
                <a:srgbClr val="000000"/>
              </a:solidFill>
              <a:effectLst/>
              <a:uFillTx/>
              <a:latin typeface="Times New Roman"/>
            </a:endParaRPr>
          </a:p>
        </p:txBody>
      </p:sp>
      <p:sp>
        <p:nvSpPr>
          <p:cNvPr id="323" name="PlaceHolder 6"/>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Subtitle if needed</a:t>
            </a:r>
            <a:endParaRPr lang="en-GB" sz="18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PlaceHolder 1"/>
          <p:cNvSpPr>
            <a:spLocks noGrp="1"/>
          </p:cNvSpPr>
          <p:nvPr>
            <p:ph type="title"/>
          </p:nvPr>
        </p:nvSpPr>
        <p:spPr>
          <a:xfrm>
            <a:off x="365760" y="274320"/>
            <a:ext cx="835488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Three Column Layout w/ Paragraph Titles</a:t>
            </a:r>
            <a:endParaRPr lang="en-GB" sz="2600" b="0" u="none" strike="noStrike">
              <a:solidFill>
                <a:srgbClr val="000000"/>
              </a:solidFill>
              <a:effectLst/>
              <a:uFillTx/>
              <a:latin typeface="Arial"/>
            </a:endParaRPr>
          </a:p>
        </p:txBody>
      </p:sp>
      <p:sp>
        <p:nvSpPr>
          <p:cNvPr id="325" name="PlaceHolder 2"/>
          <p:cNvSpPr>
            <a:spLocks noGrp="1"/>
          </p:cNvSpPr>
          <p:nvPr>
            <p:ph/>
          </p:nvPr>
        </p:nvSpPr>
        <p:spPr>
          <a:xfrm>
            <a:off x="365760" y="1236428"/>
            <a:ext cx="2694600" cy="3668697"/>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800" b="0" u="none" strike="noStrike" dirty="0">
              <a:solidFill>
                <a:srgbClr val="000000"/>
              </a:solidFill>
              <a:effectLst/>
              <a:uFillTx/>
              <a:latin typeface="Arial"/>
            </a:endParaRPr>
          </a:p>
          <a:p>
            <a:pPr indent="0">
              <a:lnSpc>
                <a:spcPct val="115000"/>
              </a:lnSpc>
              <a:spcBef>
                <a:spcPts val="1001"/>
              </a:spcBef>
              <a:spcAft>
                <a:spcPts val="1001"/>
              </a:spcAft>
              <a:buNone/>
              <a:tabLst>
                <a:tab pos="0" algn="l"/>
              </a:tabLst>
            </a:pPr>
            <a:r>
              <a:rPr lang="en" sz="1600" b="0" u="none" strike="noStrike" dirty="0">
                <a:solidFill>
                  <a:srgbClr val="5B5B5B"/>
                </a:solidFill>
                <a:effectLst/>
                <a:uFillTx/>
                <a:latin typeface="Arial"/>
                <a:ea typeface="Arial"/>
              </a:rPr>
              <a:t>Lorem ipsum dolor sit </a:t>
            </a:r>
            <a:r>
              <a:rPr lang="en" sz="1600" b="0" u="none" strike="noStrike" dirty="0" err="1">
                <a:solidFill>
                  <a:srgbClr val="5B5B5B"/>
                </a:solidFill>
                <a:effectLst/>
                <a:uFillTx/>
                <a:latin typeface="Arial"/>
                <a:ea typeface="Arial"/>
              </a:rPr>
              <a:t>amet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adipiscing</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elit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eiusmod</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tempor</a:t>
            </a:r>
            <a:r>
              <a:rPr lang="en" sz="1600" b="0" u="none" strike="noStrike" dirty="0">
                <a:solidFill>
                  <a:srgbClr val="5B5B5B"/>
                </a:solidFill>
                <a:effectLst/>
                <a:uFillTx/>
                <a:latin typeface="Arial"/>
                <a:ea typeface="Arial"/>
              </a:rPr>
              <a:t> sed </a:t>
            </a:r>
            <a:r>
              <a:rPr lang="en" sz="1600" b="0" u="none" strike="noStrike" dirty="0" err="1">
                <a:solidFill>
                  <a:srgbClr val="5B5B5B"/>
                </a:solidFill>
                <a:effectLst/>
                <a:uFillTx/>
                <a:latin typeface="Arial"/>
                <a:ea typeface="Arial"/>
              </a:rPr>
              <a:t>incididunt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ut</a:t>
            </a:r>
            <a:r>
              <a:rPr lang="en" sz="1600" b="0" u="none" strike="noStrike" dirty="0">
                <a:solidFill>
                  <a:srgbClr val="5B5B5B"/>
                </a:solidFill>
                <a:effectLst/>
                <a:uFillTx/>
                <a:latin typeface="Arial"/>
                <a:ea typeface="Arial"/>
              </a:rPr>
              <a:t> labore et dolore magna.</a:t>
            </a:r>
          </a:p>
          <a:p>
            <a:pPr>
              <a:lnSpc>
                <a:spcPct val="115000"/>
              </a:lnSpc>
              <a:spcBef>
                <a:spcPts val="1001"/>
              </a:spcBef>
              <a:spcAft>
                <a:spcPts val="1001"/>
              </a:spcAft>
              <a:tabLst>
                <a:tab pos="0" algn="l"/>
              </a:tabLst>
            </a:pPr>
            <a:r>
              <a:rPr lang="en" sz="1600" dirty="0">
                <a:solidFill>
                  <a:srgbClr val="5B5B5B"/>
                </a:solidFill>
                <a:ea typeface="Arial"/>
              </a:rPr>
              <a:t>Lorem ipsum dolor sit </a:t>
            </a:r>
            <a:r>
              <a:rPr lang="en" sz="1600" dirty="0" err="1">
                <a:solidFill>
                  <a:srgbClr val="5B5B5B"/>
                </a:solidFill>
                <a:ea typeface="Arial"/>
              </a:rPr>
              <a:t>amet</a:t>
            </a:r>
            <a:r>
              <a:rPr lang="en" sz="1600" dirty="0">
                <a:solidFill>
                  <a:srgbClr val="5B5B5B"/>
                </a:solidFill>
                <a:ea typeface="Arial"/>
              </a:rPr>
              <a:t>, </a:t>
            </a:r>
            <a:r>
              <a:rPr lang="en" sz="1600" dirty="0" err="1">
                <a:solidFill>
                  <a:srgbClr val="5B5B5B"/>
                </a:solidFill>
                <a:ea typeface="Arial"/>
              </a:rPr>
              <a:t>adipiscing</a:t>
            </a:r>
            <a:r>
              <a:rPr lang="en" sz="1600" dirty="0">
                <a:solidFill>
                  <a:srgbClr val="5B5B5B"/>
                </a:solidFill>
                <a:ea typeface="Arial"/>
              </a:rPr>
              <a:t> </a:t>
            </a:r>
            <a:r>
              <a:rPr lang="en" sz="1600" dirty="0" err="1">
                <a:solidFill>
                  <a:srgbClr val="5B5B5B"/>
                </a:solidFill>
                <a:ea typeface="Arial"/>
              </a:rPr>
              <a:t>elit</a:t>
            </a:r>
            <a:r>
              <a:rPr lang="en" sz="1600" dirty="0">
                <a:solidFill>
                  <a:srgbClr val="5B5B5B"/>
                </a:solidFill>
                <a:ea typeface="Arial"/>
              </a:rPr>
              <a:t>, </a:t>
            </a:r>
            <a:r>
              <a:rPr lang="en" sz="1600" dirty="0" err="1">
                <a:solidFill>
                  <a:srgbClr val="5B5B5B"/>
                </a:solidFill>
                <a:ea typeface="Arial"/>
              </a:rPr>
              <a:t>eiusmod</a:t>
            </a:r>
            <a:r>
              <a:rPr lang="en" sz="1600" dirty="0">
                <a:solidFill>
                  <a:srgbClr val="5B5B5B"/>
                </a:solidFill>
                <a:ea typeface="Arial"/>
              </a:rPr>
              <a:t> </a:t>
            </a:r>
            <a:r>
              <a:rPr lang="en" sz="1600" dirty="0" err="1">
                <a:solidFill>
                  <a:srgbClr val="5B5B5B"/>
                </a:solidFill>
                <a:ea typeface="Arial"/>
              </a:rPr>
              <a:t>tempor</a:t>
            </a:r>
            <a:r>
              <a:rPr lang="en" sz="1600" dirty="0">
                <a:solidFill>
                  <a:srgbClr val="5B5B5B"/>
                </a:solidFill>
                <a:ea typeface="Arial"/>
              </a:rPr>
              <a:t> sed </a:t>
            </a:r>
            <a:r>
              <a:rPr lang="en" sz="1600" dirty="0" err="1">
                <a:solidFill>
                  <a:srgbClr val="5B5B5B"/>
                </a:solidFill>
                <a:ea typeface="Arial"/>
              </a:rPr>
              <a:t>incididunt</a:t>
            </a:r>
            <a:r>
              <a:rPr lang="en" sz="1600" dirty="0">
                <a:solidFill>
                  <a:srgbClr val="5B5B5B"/>
                </a:solidFill>
                <a:ea typeface="Arial"/>
              </a:rPr>
              <a:t> </a:t>
            </a:r>
            <a:r>
              <a:rPr lang="en" sz="1600" dirty="0" err="1">
                <a:solidFill>
                  <a:srgbClr val="5B5B5B"/>
                </a:solidFill>
                <a:ea typeface="Arial"/>
              </a:rPr>
              <a:t>ut</a:t>
            </a:r>
            <a:r>
              <a:rPr lang="en" sz="1600" dirty="0">
                <a:solidFill>
                  <a:srgbClr val="5B5B5B"/>
                </a:solidFill>
                <a:ea typeface="Arial"/>
              </a:rPr>
              <a:t> labore et dolore magna.</a:t>
            </a:r>
            <a:endParaRPr lang="en-GB" sz="1600" dirty="0">
              <a:solidFill>
                <a:srgbClr val="000000"/>
              </a:solidFill>
            </a:endParaRPr>
          </a:p>
          <a:p>
            <a:pPr indent="0">
              <a:lnSpc>
                <a:spcPct val="115000"/>
              </a:lnSpc>
              <a:spcBef>
                <a:spcPts val="1001"/>
              </a:spcBef>
              <a:spcAft>
                <a:spcPts val="1001"/>
              </a:spcAft>
              <a:buNone/>
              <a:tabLst>
                <a:tab pos="0" algn="l"/>
              </a:tabLst>
            </a:pPr>
            <a:endParaRPr lang="en-GB" sz="1600" b="0" u="none" strike="noStrike" dirty="0">
              <a:solidFill>
                <a:srgbClr val="000000"/>
              </a:solidFill>
              <a:effectLst/>
              <a:uFillTx/>
              <a:latin typeface="Arial"/>
            </a:endParaRPr>
          </a:p>
        </p:txBody>
      </p:sp>
      <p:sp>
        <p:nvSpPr>
          <p:cNvPr id="326" name="PlaceHolder 3"/>
          <p:cNvSpPr>
            <a:spLocks noGrp="1"/>
          </p:cNvSpPr>
          <p:nvPr>
            <p:ph/>
          </p:nvPr>
        </p:nvSpPr>
        <p:spPr>
          <a:xfrm>
            <a:off x="3169080" y="1236428"/>
            <a:ext cx="2694600" cy="3668697"/>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800" b="0" u="none" strike="noStrike" dirty="0">
              <a:solidFill>
                <a:srgbClr val="000000"/>
              </a:solidFill>
              <a:effectLst/>
              <a:uFillTx/>
              <a:latin typeface="Arial"/>
            </a:endParaRPr>
          </a:p>
          <a:p>
            <a:pPr indent="0">
              <a:lnSpc>
                <a:spcPct val="115000"/>
              </a:lnSpc>
              <a:spcBef>
                <a:spcPts val="1001"/>
              </a:spcBef>
              <a:spcAft>
                <a:spcPts val="1001"/>
              </a:spcAft>
              <a:buNone/>
              <a:tabLst>
                <a:tab pos="0" algn="l"/>
              </a:tabLst>
            </a:pPr>
            <a:r>
              <a:rPr lang="en" sz="1600" b="0" u="none" strike="noStrike" dirty="0">
                <a:solidFill>
                  <a:srgbClr val="5B5B5B"/>
                </a:solidFill>
                <a:effectLst/>
                <a:uFillTx/>
                <a:latin typeface="Arial"/>
                <a:ea typeface="Arial"/>
              </a:rPr>
              <a:t>Lorem ipsum dolor sit </a:t>
            </a:r>
            <a:r>
              <a:rPr lang="en" sz="1600" b="0" u="none" strike="noStrike" dirty="0" err="1">
                <a:solidFill>
                  <a:srgbClr val="5B5B5B"/>
                </a:solidFill>
                <a:effectLst/>
                <a:uFillTx/>
                <a:latin typeface="Arial"/>
                <a:ea typeface="Arial"/>
              </a:rPr>
              <a:t>amet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adipiscing</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elit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eiusmod</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tempor</a:t>
            </a:r>
            <a:r>
              <a:rPr lang="en" sz="1600" b="0" u="none" strike="noStrike" dirty="0">
                <a:solidFill>
                  <a:srgbClr val="5B5B5B"/>
                </a:solidFill>
                <a:effectLst/>
                <a:uFillTx/>
                <a:latin typeface="Arial"/>
                <a:ea typeface="Arial"/>
              </a:rPr>
              <a:t> sed </a:t>
            </a:r>
            <a:r>
              <a:rPr lang="en" sz="1600" b="0" u="none" strike="noStrike" dirty="0" err="1">
                <a:solidFill>
                  <a:srgbClr val="5B5B5B"/>
                </a:solidFill>
                <a:effectLst/>
                <a:uFillTx/>
                <a:latin typeface="Arial"/>
                <a:ea typeface="Arial"/>
              </a:rPr>
              <a:t>incididunt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ut</a:t>
            </a:r>
            <a:r>
              <a:rPr lang="en" sz="1600" b="0" u="none" strike="noStrike" dirty="0">
                <a:solidFill>
                  <a:srgbClr val="5B5B5B"/>
                </a:solidFill>
                <a:effectLst/>
                <a:uFillTx/>
                <a:latin typeface="Arial"/>
                <a:ea typeface="Arial"/>
              </a:rPr>
              <a:t> labore et dolore magna.</a:t>
            </a:r>
          </a:p>
          <a:p>
            <a:pPr>
              <a:lnSpc>
                <a:spcPct val="115000"/>
              </a:lnSpc>
              <a:spcBef>
                <a:spcPts val="1001"/>
              </a:spcBef>
              <a:spcAft>
                <a:spcPts val="1001"/>
              </a:spcAft>
              <a:tabLst>
                <a:tab pos="0" algn="l"/>
              </a:tabLst>
            </a:pPr>
            <a:r>
              <a:rPr lang="en" sz="1600" dirty="0">
                <a:solidFill>
                  <a:srgbClr val="5B5B5B"/>
                </a:solidFill>
                <a:ea typeface="Arial"/>
              </a:rPr>
              <a:t>Lorem ipsum dolor sit </a:t>
            </a:r>
            <a:r>
              <a:rPr lang="en" sz="1600" dirty="0" err="1">
                <a:solidFill>
                  <a:srgbClr val="5B5B5B"/>
                </a:solidFill>
                <a:ea typeface="Arial"/>
              </a:rPr>
              <a:t>amet</a:t>
            </a:r>
            <a:r>
              <a:rPr lang="en" sz="1600" dirty="0">
                <a:solidFill>
                  <a:srgbClr val="5B5B5B"/>
                </a:solidFill>
                <a:ea typeface="Arial"/>
              </a:rPr>
              <a:t>, </a:t>
            </a:r>
            <a:r>
              <a:rPr lang="en" sz="1600" dirty="0" err="1">
                <a:solidFill>
                  <a:srgbClr val="5B5B5B"/>
                </a:solidFill>
                <a:ea typeface="Arial"/>
              </a:rPr>
              <a:t>adipiscing</a:t>
            </a:r>
            <a:r>
              <a:rPr lang="en" sz="1600" dirty="0">
                <a:solidFill>
                  <a:srgbClr val="5B5B5B"/>
                </a:solidFill>
                <a:ea typeface="Arial"/>
              </a:rPr>
              <a:t> </a:t>
            </a:r>
            <a:r>
              <a:rPr lang="en" sz="1600" dirty="0" err="1">
                <a:solidFill>
                  <a:srgbClr val="5B5B5B"/>
                </a:solidFill>
                <a:ea typeface="Arial"/>
              </a:rPr>
              <a:t>elit</a:t>
            </a:r>
            <a:r>
              <a:rPr lang="en" sz="1600" dirty="0">
                <a:solidFill>
                  <a:srgbClr val="5B5B5B"/>
                </a:solidFill>
                <a:ea typeface="Arial"/>
              </a:rPr>
              <a:t>, </a:t>
            </a:r>
            <a:r>
              <a:rPr lang="en" sz="1600" dirty="0" err="1">
                <a:solidFill>
                  <a:srgbClr val="5B5B5B"/>
                </a:solidFill>
                <a:ea typeface="Arial"/>
              </a:rPr>
              <a:t>eiusmod</a:t>
            </a:r>
            <a:r>
              <a:rPr lang="en" sz="1600" dirty="0">
                <a:solidFill>
                  <a:srgbClr val="5B5B5B"/>
                </a:solidFill>
                <a:ea typeface="Arial"/>
              </a:rPr>
              <a:t> </a:t>
            </a:r>
            <a:r>
              <a:rPr lang="en" sz="1600" dirty="0" err="1">
                <a:solidFill>
                  <a:srgbClr val="5B5B5B"/>
                </a:solidFill>
                <a:ea typeface="Arial"/>
              </a:rPr>
              <a:t>tempor</a:t>
            </a:r>
            <a:r>
              <a:rPr lang="en" sz="1600" dirty="0">
                <a:solidFill>
                  <a:srgbClr val="5B5B5B"/>
                </a:solidFill>
                <a:ea typeface="Arial"/>
              </a:rPr>
              <a:t> sed </a:t>
            </a:r>
            <a:r>
              <a:rPr lang="en" sz="1600" dirty="0" err="1">
                <a:solidFill>
                  <a:srgbClr val="5B5B5B"/>
                </a:solidFill>
                <a:ea typeface="Arial"/>
              </a:rPr>
              <a:t>incididunt</a:t>
            </a:r>
            <a:r>
              <a:rPr lang="en" sz="1600" dirty="0">
                <a:solidFill>
                  <a:srgbClr val="5B5B5B"/>
                </a:solidFill>
                <a:ea typeface="Arial"/>
              </a:rPr>
              <a:t> </a:t>
            </a:r>
            <a:r>
              <a:rPr lang="en" sz="1600" dirty="0" err="1">
                <a:solidFill>
                  <a:srgbClr val="5B5B5B"/>
                </a:solidFill>
                <a:ea typeface="Arial"/>
              </a:rPr>
              <a:t>ut</a:t>
            </a:r>
            <a:r>
              <a:rPr lang="en" sz="1600" dirty="0">
                <a:solidFill>
                  <a:srgbClr val="5B5B5B"/>
                </a:solidFill>
                <a:ea typeface="Arial"/>
              </a:rPr>
              <a:t> labore et dolore magna.</a:t>
            </a:r>
            <a:endParaRPr lang="en-GB" sz="1600" dirty="0">
              <a:solidFill>
                <a:srgbClr val="000000"/>
              </a:solidFill>
            </a:endParaRPr>
          </a:p>
          <a:p>
            <a:pPr indent="0">
              <a:lnSpc>
                <a:spcPct val="115000"/>
              </a:lnSpc>
              <a:spcBef>
                <a:spcPts val="1001"/>
              </a:spcBef>
              <a:spcAft>
                <a:spcPts val="1001"/>
              </a:spcAft>
              <a:buNone/>
              <a:tabLst>
                <a:tab pos="0" algn="l"/>
              </a:tabLst>
            </a:pPr>
            <a:endParaRPr lang="en-GB" sz="1600" b="0" u="none" strike="noStrike" dirty="0">
              <a:solidFill>
                <a:srgbClr val="000000"/>
              </a:solidFill>
              <a:effectLst/>
              <a:uFillTx/>
              <a:latin typeface="Arial"/>
            </a:endParaRPr>
          </a:p>
        </p:txBody>
      </p:sp>
      <p:sp>
        <p:nvSpPr>
          <p:cNvPr id="327" name="PlaceHolder 4"/>
          <p:cNvSpPr>
            <a:spLocks noGrp="1"/>
          </p:cNvSpPr>
          <p:nvPr>
            <p:ph/>
          </p:nvPr>
        </p:nvSpPr>
        <p:spPr>
          <a:xfrm>
            <a:off x="6127920" y="1236428"/>
            <a:ext cx="2694600" cy="3668697"/>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800" b="0" u="none" strike="noStrike" dirty="0">
              <a:solidFill>
                <a:srgbClr val="000000"/>
              </a:solidFill>
              <a:effectLst/>
              <a:uFillTx/>
              <a:latin typeface="Arial"/>
            </a:endParaRPr>
          </a:p>
          <a:p>
            <a:pPr indent="0">
              <a:lnSpc>
                <a:spcPct val="115000"/>
              </a:lnSpc>
              <a:spcBef>
                <a:spcPts val="1001"/>
              </a:spcBef>
              <a:spcAft>
                <a:spcPts val="1001"/>
              </a:spcAft>
              <a:buNone/>
              <a:tabLst>
                <a:tab pos="0" algn="l"/>
              </a:tabLst>
            </a:pPr>
            <a:r>
              <a:rPr lang="en" sz="1600" b="0" u="none" strike="noStrike" dirty="0">
                <a:solidFill>
                  <a:srgbClr val="5B5B5B"/>
                </a:solidFill>
                <a:effectLst/>
                <a:uFillTx/>
                <a:latin typeface="Arial"/>
                <a:ea typeface="Arial"/>
              </a:rPr>
              <a:t>Lorem ipsum dolor sit </a:t>
            </a:r>
            <a:r>
              <a:rPr lang="en" sz="1600" b="0" u="none" strike="noStrike" dirty="0" err="1">
                <a:solidFill>
                  <a:srgbClr val="5B5B5B"/>
                </a:solidFill>
                <a:effectLst/>
                <a:uFillTx/>
                <a:latin typeface="Arial"/>
                <a:ea typeface="Arial"/>
              </a:rPr>
              <a:t>amet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adipiscing</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elit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eiusmod</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tempor</a:t>
            </a:r>
            <a:r>
              <a:rPr lang="en" sz="1600" b="0" u="none" strike="noStrike" dirty="0">
                <a:solidFill>
                  <a:srgbClr val="5B5B5B"/>
                </a:solidFill>
                <a:effectLst/>
                <a:uFillTx/>
                <a:latin typeface="Arial"/>
                <a:ea typeface="Arial"/>
              </a:rPr>
              <a:t> sed </a:t>
            </a:r>
            <a:r>
              <a:rPr lang="en" sz="1600" b="0" u="none" strike="noStrike" dirty="0" err="1">
                <a:solidFill>
                  <a:srgbClr val="5B5B5B"/>
                </a:solidFill>
                <a:effectLst/>
                <a:uFillTx/>
                <a:latin typeface="Arial"/>
                <a:ea typeface="Arial"/>
              </a:rPr>
              <a:t>incididunt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ut</a:t>
            </a:r>
            <a:r>
              <a:rPr lang="en" sz="1600" b="0" u="none" strike="noStrike" dirty="0">
                <a:solidFill>
                  <a:srgbClr val="5B5B5B"/>
                </a:solidFill>
                <a:effectLst/>
                <a:uFillTx/>
                <a:latin typeface="Arial"/>
                <a:ea typeface="Arial"/>
              </a:rPr>
              <a:t> labore et dolore magna.</a:t>
            </a:r>
          </a:p>
          <a:p>
            <a:pPr>
              <a:lnSpc>
                <a:spcPct val="115000"/>
              </a:lnSpc>
              <a:spcBef>
                <a:spcPts val="1001"/>
              </a:spcBef>
              <a:spcAft>
                <a:spcPts val="1001"/>
              </a:spcAft>
              <a:tabLst>
                <a:tab pos="0" algn="l"/>
              </a:tabLst>
            </a:pPr>
            <a:r>
              <a:rPr lang="en" sz="1600" dirty="0">
                <a:solidFill>
                  <a:srgbClr val="5B5B5B"/>
                </a:solidFill>
                <a:ea typeface="Arial"/>
              </a:rPr>
              <a:t>Lorem ipsum dolor sit </a:t>
            </a:r>
            <a:r>
              <a:rPr lang="en" sz="1600" dirty="0" err="1">
                <a:solidFill>
                  <a:srgbClr val="5B5B5B"/>
                </a:solidFill>
                <a:ea typeface="Arial"/>
              </a:rPr>
              <a:t>amet</a:t>
            </a:r>
            <a:r>
              <a:rPr lang="en" sz="1600" dirty="0">
                <a:solidFill>
                  <a:srgbClr val="5B5B5B"/>
                </a:solidFill>
                <a:ea typeface="Arial"/>
              </a:rPr>
              <a:t>, </a:t>
            </a:r>
            <a:r>
              <a:rPr lang="en" sz="1600" dirty="0" err="1">
                <a:solidFill>
                  <a:srgbClr val="5B5B5B"/>
                </a:solidFill>
                <a:ea typeface="Arial"/>
              </a:rPr>
              <a:t>adipiscing</a:t>
            </a:r>
            <a:r>
              <a:rPr lang="en" sz="1600" dirty="0">
                <a:solidFill>
                  <a:srgbClr val="5B5B5B"/>
                </a:solidFill>
                <a:ea typeface="Arial"/>
              </a:rPr>
              <a:t> </a:t>
            </a:r>
            <a:r>
              <a:rPr lang="en" sz="1600" dirty="0" err="1">
                <a:solidFill>
                  <a:srgbClr val="5B5B5B"/>
                </a:solidFill>
                <a:ea typeface="Arial"/>
              </a:rPr>
              <a:t>elit</a:t>
            </a:r>
            <a:r>
              <a:rPr lang="en" sz="1600" dirty="0">
                <a:solidFill>
                  <a:srgbClr val="5B5B5B"/>
                </a:solidFill>
                <a:ea typeface="Arial"/>
              </a:rPr>
              <a:t>, </a:t>
            </a:r>
            <a:r>
              <a:rPr lang="en" sz="1600" dirty="0" err="1">
                <a:solidFill>
                  <a:srgbClr val="5B5B5B"/>
                </a:solidFill>
                <a:ea typeface="Arial"/>
              </a:rPr>
              <a:t>eiusmod</a:t>
            </a:r>
            <a:r>
              <a:rPr lang="en" sz="1600" dirty="0">
                <a:solidFill>
                  <a:srgbClr val="5B5B5B"/>
                </a:solidFill>
                <a:ea typeface="Arial"/>
              </a:rPr>
              <a:t> </a:t>
            </a:r>
            <a:r>
              <a:rPr lang="en" sz="1600" dirty="0" err="1">
                <a:solidFill>
                  <a:srgbClr val="5B5B5B"/>
                </a:solidFill>
                <a:ea typeface="Arial"/>
              </a:rPr>
              <a:t>tempor</a:t>
            </a:r>
            <a:r>
              <a:rPr lang="en" sz="1600" dirty="0">
                <a:solidFill>
                  <a:srgbClr val="5B5B5B"/>
                </a:solidFill>
                <a:ea typeface="Arial"/>
              </a:rPr>
              <a:t> sed </a:t>
            </a:r>
            <a:r>
              <a:rPr lang="en" sz="1600" dirty="0" err="1">
                <a:solidFill>
                  <a:srgbClr val="5B5B5B"/>
                </a:solidFill>
                <a:ea typeface="Arial"/>
              </a:rPr>
              <a:t>incididunt</a:t>
            </a:r>
            <a:r>
              <a:rPr lang="en" sz="1600" dirty="0">
                <a:solidFill>
                  <a:srgbClr val="5B5B5B"/>
                </a:solidFill>
                <a:ea typeface="Arial"/>
              </a:rPr>
              <a:t> </a:t>
            </a:r>
            <a:r>
              <a:rPr lang="en" sz="1600" dirty="0" err="1">
                <a:solidFill>
                  <a:srgbClr val="5B5B5B"/>
                </a:solidFill>
                <a:ea typeface="Arial"/>
              </a:rPr>
              <a:t>ut</a:t>
            </a:r>
            <a:r>
              <a:rPr lang="en" sz="1600" dirty="0">
                <a:solidFill>
                  <a:srgbClr val="5B5B5B"/>
                </a:solidFill>
                <a:ea typeface="Arial"/>
              </a:rPr>
              <a:t> labore et dolore magna.</a:t>
            </a:r>
            <a:endParaRPr lang="en-GB" sz="1600" dirty="0">
              <a:solidFill>
                <a:srgbClr val="000000"/>
              </a:solidFill>
            </a:endParaRPr>
          </a:p>
          <a:p>
            <a:pPr indent="0">
              <a:lnSpc>
                <a:spcPct val="115000"/>
              </a:lnSpc>
              <a:spcBef>
                <a:spcPts val="1001"/>
              </a:spcBef>
              <a:spcAft>
                <a:spcPts val="1001"/>
              </a:spcAft>
              <a:buNone/>
              <a:tabLst>
                <a:tab pos="0" algn="l"/>
              </a:tabLst>
            </a:pPr>
            <a:endParaRPr lang="en-GB" sz="1600" b="0" u="none" strike="noStrike" dirty="0">
              <a:solidFill>
                <a:srgbClr val="000000"/>
              </a:solidFill>
              <a:effectLst/>
              <a:uFillTx/>
              <a:latin typeface="Arial"/>
            </a:endParaRPr>
          </a:p>
        </p:txBody>
      </p:sp>
      <p:sp>
        <p:nvSpPr>
          <p:cNvPr id="328" name="Google Shape;705;p67"/>
          <p:cNvSpPr/>
          <p:nvPr/>
        </p:nvSpPr>
        <p:spPr>
          <a:xfrm>
            <a:off x="365760" y="1236428"/>
            <a:ext cx="2657520" cy="4590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15000"/>
              </a:lnSpc>
              <a:spcAft>
                <a:spcPts val="1001"/>
              </a:spcAft>
              <a:tabLst>
                <a:tab pos="0" algn="l"/>
              </a:tabLst>
            </a:pPr>
            <a:r>
              <a:rPr lang="en" sz="1800" b="1" u="none" strike="noStrike">
                <a:solidFill>
                  <a:schemeClr val="dk2"/>
                </a:solidFill>
                <a:effectLst/>
                <a:uFillTx/>
                <a:latin typeface="Arial"/>
                <a:ea typeface="Arial"/>
              </a:rPr>
              <a:t>Paragraph Title</a:t>
            </a:r>
            <a:endParaRPr lang="en-GB" sz="1800" b="0" u="none" strike="noStrike">
              <a:solidFill>
                <a:srgbClr val="000000"/>
              </a:solidFill>
              <a:effectLst/>
              <a:uFillTx/>
              <a:latin typeface="Arial"/>
            </a:endParaRPr>
          </a:p>
        </p:txBody>
      </p:sp>
      <p:sp>
        <p:nvSpPr>
          <p:cNvPr id="329" name="Google Shape;706;p67"/>
          <p:cNvSpPr/>
          <p:nvPr/>
        </p:nvSpPr>
        <p:spPr>
          <a:xfrm>
            <a:off x="3169080" y="1236428"/>
            <a:ext cx="2794680" cy="4590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15000"/>
              </a:lnSpc>
              <a:spcAft>
                <a:spcPts val="1001"/>
              </a:spcAft>
              <a:tabLst>
                <a:tab pos="0" algn="l"/>
              </a:tabLst>
            </a:pPr>
            <a:r>
              <a:rPr lang="en" sz="1800" b="1" u="none" strike="noStrike">
                <a:solidFill>
                  <a:schemeClr val="dk2"/>
                </a:solidFill>
                <a:effectLst/>
                <a:uFillTx/>
                <a:latin typeface="Arial"/>
                <a:ea typeface="Arial"/>
              </a:rPr>
              <a:t>Paragraph Title</a:t>
            </a:r>
            <a:endParaRPr lang="en-GB" sz="1800" b="0" u="none" strike="noStrike">
              <a:solidFill>
                <a:srgbClr val="000000"/>
              </a:solidFill>
              <a:effectLst/>
              <a:uFillTx/>
              <a:latin typeface="Arial"/>
            </a:endParaRPr>
          </a:p>
        </p:txBody>
      </p:sp>
      <p:sp>
        <p:nvSpPr>
          <p:cNvPr id="330" name="Google Shape;707;p67"/>
          <p:cNvSpPr/>
          <p:nvPr/>
        </p:nvSpPr>
        <p:spPr>
          <a:xfrm>
            <a:off x="6127920" y="1236428"/>
            <a:ext cx="2657520" cy="4590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15000"/>
              </a:lnSpc>
              <a:spcAft>
                <a:spcPts val="1001"/>
              </a:spcAft>
              <a:tabLst>
                <a:tab pos="0" algn="l"/>
              </a:tabLst>
            </a:pPr>
            <a:r>
              <a:rPr lang="en" sz="1800" b="1" u="none" strike="noStrike">
                <a:solidFill>
                  <a:schemeClr val="dk2"/>
                </a:solidFill>
                <a:effectLst/>
                <a:uFillTx/>
                <a:latin typeface="Arial"/>
                <a:ea typeface="Arial"/>
              </a:rPr>
              <a:t>Paragraph Title</a:t>
            </a:r>
            <a:endParaRPr lang="en-GB" sz="1800" b="0" u="none" strike="noStrike">
              <a:solidFill>
                <a:srgbClr val="000000"/>
              </a:solidFill>
              <a:effectLst/>
              <a:uFillTx/>
              <a:latin typeface="Arial"/>
            </a:endParaRPr>
          </a:p>
        </p:txBody>
      </p:sp>
      <p:sp>
        <p:nvSpPr>
          <p:cNvPr id="331" name="PlaceHolder 5"/>
          <p:cNvSpPr>
            <a:spLocks noGrp="1"/>
          </p:cNvSpPr>
          <p:nvPr>
            <p:ph type="sldNum" idx="29"/>
          </p:nvPr>
        </p:nvSpPr>
        <p:spPr>
          <a:xfrm>
            <a:off x="8229600" y="485928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DE61DFB2-CED5-480C-B32B-8B5044C68942}" type="slidenum">
              <a:rPr lang="en" sz="600" b="0" u="none" strike="noStrike">
                <a:solidFill>
                  <a:srgbClr val="929292"/>
                </a:solidFill>
                <a:effectLst/>
                <a:uFillTx/>
                <a:latin typeface="Arial"/>
                <a:ea typeface="Arial"/>
              </a:rPr>
              <a:t>12</a:t>
            </a:fld>
            <a:endParaRPr lang="en-GB" sz="600" b="0" u="none" strike="noStrike">
              <a:solidFill>
                <a:srgbClr val="000000"/>
              </a:solidFill>
              <a:effectLst/>
              <a:uFillTx/>
              <a:latin typeface="Times New Roman"/>
            </a:endParaRPr>
          </a:p>
        </p:txBody>
      </p:sp>
      <p:sp>
        <p:nvSpPr>
          <p:cNvPr id="332" name="PlaceHolder 6"/>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Subtitle if needed</a:t>
            </a:r>
            <a:endParaRPr lang="en-GB" sz="1800" b="0" u="none" strike="noStrike">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 name="PlaceHolder 1"/>
          <p:cNvSpPr>
            <a:spLocks noGrp="1"/>
          </p:cNvSpPr>
          <p:nvPr>
            <p:ph type="title"/>
          </p:nvPr>
        </p:nvSpPr>
        <p:spPr>
          <a:xfrm>
            <a:off x="365760" y="274320"/>
            <a:ext cx="835488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Three Column Layout w/ Icons</a:t>
            </a:r>
            <a:endParaRPr lang="en-GB" sz="2600" b="0" u="none" strike="noStrike">
              <a:solidFill>
                <a:srgbClr val="000000"/>
              </a:solidFill>
              <a:effectLst/>
              <a:uFillTx/>
              <a:latin typeface="Arial"/>
            </a:endParaRPr>
          </a:p>
        </p:txBody>
      </p:sp>
      <p:sp>
        <p:nvSpPr>
          <p:cNvPr id="334" name="PlaceHolder 2"/>
          <p:cNvSpPr>
            <a:spLocks noGrp="1"/>
          </p:cNvSpPr>
          <p:nvPr>
            <p:ph/>
          </p:nvPr>
        </p:nvSpPr>
        <p:spPr>
          <a:xfrm>
            <a:off x="365760" y="1133070"/>
            <a:ext cx="2694600" cy="4562275"/>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800" b="0" u="none" strike="noStrike" dirty="0">
              <a:solidFill>
                <a:srgbClr val="000000"/>
              </a:solidFill>
              <a:effectLst/>
              <a:uFillTx/>
              <a:latin typeface="Arial"/>
            </a:endParaRPr>
          </a:p>
          <a:p>
            <a:pPr indent="0">
              <a:lnSpc>
                <a:spcPct val="115000"/>
              </a:lnSpc>
              <a:spcBef>
                <a:spcPts val="1001"/>
              </a:spcBef>
              <a:buNone/>
              <a:tabLst>
                <a:tab pos="0" algn="l"/>
              </a:tabLst>
            </a:pPr>
            <a:endParaRPr lang="en-GB" sz="1800" b="0" u="none" strike="noStrike" dirty="0">
              <a:solidFill>
                <a:srgbClr val="000000"/>
              </a:solidFill>
              <a:effectLst/>
              <a:uFillTx/>
              <a:latin typeface="Arial"/>
            </a:endParaRPr>
          </a:p>
          <a:p>
            <a:pPr indent="0">
              <a:lnSpc>
                <a:spcPct val="115000"/>
              </a:lnSpc>
              <a:spcBef>
                <a:spcPts val="1001"/>
              </a:spcBef>
              <a:buNone/>
              <a:tabLst>
                <a:tab pos="0" algn="l"/>
              </a:tabLst>
            </a:pPr>
            <a:endParaRPr lang="en-GB" sz="1800" b="0" u="none" strike="noStrike" dirty="0">
              <a:solidFill>
                <a:srgbClr val="000000"/>
              </a:solidFill>
              <a:effectLst/>
              <a:uFillTx/>
              <a:latin typeface="Arial"/>
            </a:endParaRPr>
          </a:p>
          <a:p>
            <a:pPr indent="0">
              <a:lnSpc>
                <a:spcPct val="115000"/>
              </a:lnSpc>
              <a:spcBef>
                <a:spcPts val="1001"/>
              </a:spcBef>
              <a:spcAft>
                <a:spcPts val="1001"/>
              </a:spcAft>
              <a:buNone/>
              <a:tabLst>
                <a:tab pos="0" algn="l"/>
              </a:tabLst>
            </a:pPr>
            <a:r>
              <a:rPr lang="en" sz="1600" b="0" u="none" strike="noStrike" dirty="0">
                <a:solidFill>
                  <a:srgbClr val="5B5B5B"/>
                </a:solidFill>
                <a:effectLst/>
                <a:uFillTx/>
                <a:latin typeface="Arial"/>
                <a:ea typeface="Arial"/>
              </a:rPr>
              <a:t>Lorem ipsum dolor sit </a:t>
            </a:r>
            <a:r>
              <a:rPr lang="en" sz="1600" b="0" u="none" strike="noStrike" dirty="0" err="1">
                <a:solidFill>
                  <a:srgbClr val="5B5B5B"/>
                </a:solidFill>
                <a:effectLst/>
                <a:uFillTx/>
                <a:latin typeface="Arial"/>
                <a:ea typeface="Arial"/>
              </a:rPr>
              <a:t>amet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adipiscing</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elit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eiusmod</a:t>
            </a:r>
            <a:r>
              <a:rPr lang="en" sz="1600" b="0" u="none" strike="noStrike" dirty="0">
                <a:solidFill>
                  <a:srgbClr val="5B5B5B"/>
                </a:solidFill>
                <a:effectLst/>
                <a:uFillTx/>
                <a:latin typeface="Arial"/>
                <a:ea typeface="Arial"/>
              </a:rPr>
              <a:t> sed </a:t>
            </a:r>
            <a:r>
              <a:rPr lang="en" sz="1600" b="0" u="none" strike="noStrike" dirty="0" err="1">
                <a:solidFill>
                  <a:srgbClr val="5B5B5B"/>
                </a:solidFill>
                <a:effectLst/>
                <a:uFillTx/>
                <a:latin typeface="Arial"/>
                <a:ea typeface="Arial"/>
              </a:rPr>
              <a:t>incididunt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ut</a:t>
            </a:r>
            <a:r>
              <a:rPr lang="en" sz="1600" b="0" u="none" strike="noStrike" dirty="0">
                <a:solidFill>
                  <a:srgbClr val="5B5B5B"/>
                </a:solidFill>
                <a:effectLst/>
                <a:uFillTx/>
                <a:latin typeface="Arial"/>
                <a:ea typeface="Arial"/>
              </a:rPr>
              <a:t> labore et dolore.</a:t>
            </a:r>
          </a:p>
          <a:p>
            <a:pPr indent="0">
              <a:lnSpc>
                <a:spcPct val="115000"/>
              </a:lnSpc>
              <a:spcBef>
                <a:spcPts val="1001"/>
              </a:spcBef>
              <a:spcAft>
                <a:spcPts val="1001"/>
              </a:spcAft>
              <a:buNone/>
              <a:tabLst>
                <a:tab pos="0" algn="l"/>
              </a:tabLst>
            </a:pPr>
            <a:r>
              <a:rPr lang="en" sz="1600" dirty="0">
                <a:solidFill>
                  <a:srgbClr val="5B5B5B"/>
                </a:solidFill>
                <a:ea typeface="Arial"/>
              </a:rPr>
              <a:t>Lorem ipsum dolor sit </a:t>
            </a:r>
            <a:r>
              <a:rPr lang="en" sz="1600" dirty="0" err="1">
                <a:solidFill>
                  <a:srgbClr val="5B5B5B"/>
                </a:solidFill>
                <a:ea typeface="Arial"/>
              </a:rPr>
              <a:t>amet</a:t>
            </a:r>
            <a:r>
              <a:rPr lang="en" sz="1600" dirty="0">
                <a:solidFill>
                  <a:srgbClr val="5B5B5B"/>
                </a:solidFill>
                <a:ea typeface="Arial"/>
              </a:rPr>
              <a:t>, </a:t>
            </a:r>
            <a:r>
              <a:rPr lang="en" sz="1600" dirty="0" err="1">
                <a:solidFill>
                  <a:srgbClr val="5B5B5B"/>
                </a:solidFill>
                <a:ea typeface="Arial"/>
              </a:rPr>
              <a:t>adipiscing</a:t>
            </a:r>
            <a:r>
              <a:rPr lang="en" sz="1600" dirty="0">
                <a:solidFill>
                  <a:srgbClr val="5B5B5B"/>
                </a:solidFill>
                <a:ea typeface="Arial"/>
              </a:rPr>
              <a:t> </a:t>
            </a:r>
            <a:r>
              <a:rPr lang="en" sz="1600" dirty="0" err="1">
                <a:solidFill>
                  <a:srgbClr val="5B5B5B"/>
                </a:solidFill>
                <a:ea typeface="Arial"/>
              </a:rPr>
              <a:t>elit</a:t>
            </a:r>
            <a:r>
              <a:rPr lang="en" sz="1600" dirty="0">
                <a:solidFill>
                  <a:srgbClr val="5B5B5B"/>
                </a:solidFill>
                <a:ea typeface="Arial"/>
              </a:rPr>
              <a:t>, </a:t>
            </a:r>
            <a:r>
              <a:rPr lang="en" sz="1600" dirty="0" err="1">
                <a:solidFill>
                  <a:srgbClr val="5B5B5B"/>
                </a:solidFill>
                <a:ea typeface="Arial"/>
              </a:rPr>
              <a:t>eiusmod</a:t>
            </a:r>
            <a:r>
              <a:rPr lang="en" sz="1600" dirty="0">
                <a:solidFill>
                  <a:srgbClr val="5B5B5B"/>
                </a:solidFill>
                <a:ea typeface="Arial"/>
              </a:rPr>
              <a:t> sed </a:t>
            </a:r>
            <a:r>
              <a:rPr lang="en" sz="1600" dirty="0" err="1">
                <a:solidFill>
                  <a:srgbClr val="5B5B5B"/>
                </a:solidFill>
                <a:ea typeface="Arial"/>
              </a:rPr>
              <a:t>incididunt</a:t>
            </a:r>
            <a:r>
              <a:rPr lang="en" sz="1600" dirty="0">
                <a:solidFill>
                  <a:srgbClr val="5B5B5B"/>
                </a:solidFill>
                <a:ea typeface="Arial"/>
              </a:rPr>
              <a:t> </a:t>
            </a:r>
            <a:r>
              <a:rPr lang="en" sz="1600" dirty="0" err="1">
                <a:solidFill>
                  <a:srgbClr val="5B5B5B"/>
                </a:solidFill>
                <a:ea typeface="Arial"/>
              </a:rPr>
              <a:t>ut</a:t>
            </a:r>
            <a:r>
              <a:rPr lang="en" sz="1600" dirty="0">
                <a:solidFill>
                  <a:srgbClr val="5B5B5B"/>
                </a:solidFill>
                <a:ea typeface="Arial"/>
              </a:rPr>
              <a:t> labore et dolore.</a:t>
            </a:r>
            <a:endParaRPr lang="en-GB" sz="1600" dirty="0">
              <a:solidFill>
                <a:srgbClr val="000000"/>
              </a:solidFill>
            </a:endParaRPr>
          </a:p>
          <a:p>
            <a:pPr indent="0">
              <a:lnSpc>
                <a:spcPct val="115000"/>
              </a:lnSpc>
              <a:spcBef>
                <a:spcPts val="1001"/>
              </a:spcBef>
              <a:spcAft>
                <a:spcPts val="1001"/>
              </a:spcAft>
              <a:buNone/>
              <a:tabLst>
                <a:tab pos="0" algn="l"/>
              </a:tabLst>
            </a:pPr>
            <a:endParaRPr lang="en-GB" sz="1600" b="0" u="none" strike="noStrike" dirty="0">
              <a:solidFill>
                <a:srgbClr val="000000"/>
              </a:solidFill>
              <a:effectLst/>
              <a:uFillTx/>
              <a:latin typeface="Arial"/>
            </a:endParaRPr>
          </a:p>
        </p:txBody>
      </p:sp>
      <p:sp>
        <p:nvSpPr>
          <p:cNvPr id="335" name="PlaceHolder 3"/>
          <p:cNvSpPr>
            <a:spLocks noGrp="1"/>
          </p:cNvSpPr>
          <p:nvPr>
            <p:ph/>
          </p:nvPr>
        </p:nvSpPr>
        <p:spPr>
          <a:xfrm>
            <a:off x="3169080" y="1133070"/>
            <a:ext cx="2694600" cy="3995966"/>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800" b="0" u="none" strike="noStrike" dirty="0">
              <a:solidFill>
                <a:srgbClr val="000000"/>
              </a:solidFill>
              <a:effectLst/>
              <a:uFillTx/>
              <a:latin typeface="Arial"/>
            </a:endParaRPr>
          </a:p>
          <a:p>
            <a:pPr indent="0">
              <a:lnSpc>
                <a:spcPct val="115000"/>
              </a:lnSpc>
              <a:spcBef>
                <a:spcPts val="1001"/>
              </a:spcBef>
              <a:buNone/>
              <a:tabLst>
                <a:tab pos="0" algn="l"/>
              </a:tabLst>
            </a:pPr>
            <a:endParaRPr lang="en-GB" sz="1800" b="0" u="none" strike="noStrike" dirty="0">
              <a:solidFill>
                <a:srgbClr val="000000"/>
              </a:solidFill>
              <a:effectLst/>
              <a:uFillTx/>
              <a:latin typeface="Arial"/>
            </a:endParaRPr>
          </a:p>
          <a:p>
            <a:pPr indent="0">
              <a:lnSpc>
                <a:spcPct val="115000"/>
              </a:lnSpc>
              <a:spcBef>
                <a:spcPts val="1001"/>
              </a:spcBef>
              <a:buNone/>
              <a:tabLst>
                <a:tab pos="0" algn="l"/>
              </a:tabLst>
            </a:pPr>
            <a:endParaRPr lang="en-GB" sz="1800" b="0" u="none" strike="noStrike" dirty="0">
              <a:solidFill>
                <a:srgbClr val="000000"/>
              </a:solidFill>
              <a:effectLst/>
              <a:uFillTx/>
              <a:latin typeface="Arial"/>
            </a:endParaRPr>
          </a:p>
          <a:p>
            <a:pPr indent="0">
              <a:lnSpc>
                <a:spcPct val="115000"/>
              </a:lnSpc>
              <a:spcBef>
                <a:spcPts val="1001"/>
              </a:spcBef>
              <a:spcAft>
                <a:spcPts val="1001"/>
              </a:spcAft>
              <a:buNone/>
              <a:tabLst>
                <a:tab pos="0" algn="l"/>
              </a:tabLst>
            </a:pPr>
            <a:r>
              <a:rPr lang="en" sz="1600" b="0" u="none" strike="noStrike" dirty="0">
                <a:solidFill>
                  <a:srgbClr val="5B5B5B"/>
                </a:solidFill>
                <a:effectLst/>
                <a:uFillTx/>
                <a:latin typeface="Arial"/>
                <a:ea typeface="Arial"/>
              </a:rPr>
              <a:t>Lorem ipsum dolor sit </a:t>
            </a:r>
            <a:r>
              <a:rPr lang="en" sz="1600" b="0" u="none" strike="noStrike" dirty="0" err="1">
                <a:solidFill>
                  <a:srgbClr val="5B5B5B"/>
                </a:solidFill>
                <a:effectLst/>
                <a:uFillTx/>
                <a:latin typeface="Arial"/>
                <a:ea typeface="Arial"/>
              </a:rPr>
              <a:t>amet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eiusmod</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tempor</a:t>
            </a:r>
            <a:r>
              <a:rPr lang="en" sz="1600" b="0" u="none" strike="noStrike" dirty="0">
                <a:solidFill>
                  <a:srgbClr val="5B5B5B"/>
                </a:solidFill>
                <a:effectLst/>
                <a:uFillTx/>
                <a:latin typeface="Arial"/>
                <a:ea typeface="Arial"/>
              </a:rPr>
              <a:t> sed et dolore magna.</a:t>
            </a:r>
          </a:p>
          <a:p>
            <a:pPr>
              <a:lnSpc>
                <a:spcPct val="115000"/>
              </a:lnSpc>
              <a:spcBef>
                <a:spcPts val="1001"/>
              </a:spcBef>
              <a:spcAft>
                <a:spcPts val="1001"/>
              </a:spcAft>
              <a:tabLst>
                <a:tab pos="0" algn="l"/>
              </a:tabLst>
            </a:pPr>
            <a:r>
              <a:rPr lang="en" sz="1600" dirty="0">
                <a:solidFill>
                  <a:srgbClr val="5B5B5B"/>
                </a:solidFill>
                <a:ea typeface="Arial"/>
              </a:rPr>
              <a:t>Lorem ipsum dolor sit </a:t>
            </a:r>
            <a:r>
              <a:rPr lang="en" sz="1600" dirty="0" err="1">
                <a:solidFill>
                  <a:srgbClr val="5B5B5B"/>
                </a:solidFill>
                <a:ea typeface="Arial"/>
              </a:rPr>
              <a:t>amet</a:t>
            </a:r>
            <a:r>
              <a:rPr lang="en" sz="1600" dirty="0">
                <a:solidFill>
                  <a:srgbClr val="5B5B5B"/>
                </a:solidFill>
                <a:ea typeface="Arial"/>
              </a:rPr>
              <a:t>, </a:t>
            </a:r>
            <a:r>
              <a:rPr lang="en" sz="1600" dirty="0" err="1">
                <a:solidFill>
                  <a:srgbClr val="5B5B5B"/>
                </a:solidFill>
                <a:ea typeface="Arial"/>
              </a:rPr>
              <a:t>eiusmod</a:t>
            </a:r>
            <a:r>
              <a:rPr lang="en" sz="1600" dirty="0">
                <a:solidFill>
                  <a:srgbClr val="5B5B5B"/>
                </a:solidFill>
                <a:ea typeface="Arial"/>
              </a:rPr>
              <a:t> </a:t>
            </a:r>
            <a:r>
              <a:rPr lang="en" sz="1600" dirty="0" err="1">
                <a:solidFill>
                  <a:srgbClr val="5B5B5B"/>
                </a:solidFill>
                <a:ea typeface="Arial"/>
              </a:rPr>
              <a:t>tempor</a:t>
            </a:r>
            <a:r>
              <a:rPr lang="en" sz="1600" dirty="0">
                <a:solidFill>
                  <a:srgbClr val="5B5B5B"/>
                </a:solidFill>
                <a:ea typeface="Arial"/>
              </a:rPr>
              <a:t> sed et dolore magna.</a:t>
            </a:r>
            <a:endParaRPr lang="en-GB" sz="1600" dirty="0">
              <a:solidFill>
                <a:srgbClr val="000000"/>
              </a:solidFill>
            </a:endParaRPr>
          </a:p>
          <a:p>
            <a:pPr indent="0">
              <a:lnSpc>
                <a:spcPct val="115000"/>
              </a:lnSpc>
              <a:spcBef>
                <a:spcPts val="1001"/>
              </a:spcBef>
              <a:spcAft>
                <a:spcPts val="1001"/>
              </a:spcAft>
              <a:buNone/>
              <a:tabLst>
                <a:tab pos="0" algn="l"/>
              </a:tabLst>
            </a:pPr>
            <a:endParaRPr lang="en-GB" sz="1600" b="0" u="none" strike="noStrike" dirty="0">
              <a:solidFill>
                <a:srgbClr val="000000"/>
              </a:solidFill>
              <a:effectLst/>
              <a:uFillTx/>
              <a:latin typeface="Arial"/>
            </a:endParaRPr>
          </a:p>
        </p:txBody>
      </p:sp>
      <p:sp>
        <p:nvSpPr>
          <p:cNvPr id="336" name="PlaceHolder 4"/>
          <p:cNvSpPr>
            <a:spLocks noGrp="1"/>
          </p:cNvSpPr>
          <p:nvPr>
            <p:ph/>
          </p:nvPr>
        </p:nvSpPr>
        <p:spPr>
          <a:xfrm>
            <a:off x="6127920" y="1133070"/>
            <a:ext cx="2694600" cy="4562275"/>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800" b="0" u="none" strike="noStrike" dirty="0">
              <a:solidFill>
                <a:srgbClr val="000000"/>
              </a:solidFill>
              <a:effectLst/>
              <a:uFillTx/>
              <a:latin typeface="Arial"/>
            </a:endParaRPr>
          </a:p>
          <a:p>
            <a:pPr indent="0">
              <a:lnSpc>
                <a:spcPct val="115000"/>
              </a:lnSpc>
              <a:spcBef>
                <a:spcPts val="1001"/>
              </a:spcBef>
              <a:buNone/>
              <a:tabLst>
                <a:tab pos="0" algn="l"/>
              </a:tabLst>
            </a:pPr>
            <a:endParaRPr lang="en-GB" sz="1800" b="0" u="none" strike="noStrike" dirty="0">
              <a:solidFill>
                <a:srgbClr val="000000"/>
              </a:solidFill>
              <a:effectLst/>
              <a:uFillTx/>
              <a:latin typeface="Arial"/>
            </a:endParaRPr>
          </a:p>
          <a:p>
            <a:pPr indent="0">
              <a:lnSpc>
                <a:spcPct val="115000"/>
              </a:lnSpc>
              <a:spcBef>
                <a:spcPts val="1001"/>
              </a:spcBef>
              <a:buNone/>
              <a:tabLst>
                <a:tab pos="0" algn="l"/>
              </a:tabLst>
            </a:pPr>
            <a:endParaRPr lang="en-GB" sz="1800" b="0" u="none" strike="noStrike" dirty="0">
              <a:solidFill>
                <a:srgbClr val="000000"/>
              </a:solidFill>
              <a:effectLst/>
              <a:uFillTx/>
              <a:latin typeface="Arial"/>
            </a:endParaRPr>
          </a:p>
          <a:p>
            <a:pPr indent="0">
              <a:lnSpc>
                <a:spcPct val="115000"/>
              </a:lnSpc>
              <a:spcBef>
                <a:spcPts val="1001"/>
              </a:spcBef>
              <a:spcAft>
                <a:spcPts val="1001"/>
              </a:spcAft>
              <a:buNone/>
              <a:tabLst>
                <a:tab pos="0" algn="l"/>
              </a:tabLst>
            </a:pPr>
            <a:r>
              <a:rPr lang="en" sz="1600" b="0" u="none" strike="noStrike" dirty="0">
                <a:solidFill>
                  <a:srgbClr val="5B5B5B"/>
                </a:solidFill>
                <a:effectLst/>
                <a:uFillTx/>
                <a:latin typeface="Arial"/>
                <a:ea typeface="Arial"/>
              </a:rPr>
              <a:t>Lorem ipsum dolor sit </a:t>
            </a:r>
            <a:r>
              <a:rPr lang="en" sz="1600" b="0" u="none" strike="noStrike" dirty="0" err="1">
                <a:solidFill>
                  <a:srgbClr val="5B5B5B"/>
                </a:solidFill>
                <a:effectLst/>
                <a:uFillTx/>
                <a:latin typeface="Arial"/>
                <a:ea typeface="Arial"/>
              </a:rPr>
              <a:t>amet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adipiscing</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elit</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eiusmod</a:t>
            </a:r>
            <a:r>
              <a:rPr lang="en" sz="1600" b="0" u="none" strike="noStrike" dirty="0">
                <a:solidFill>
                  <a:srgbClr val="5B5B5B"/>
                </a:solidFill>
                <a:effectLst/>
                <a:uFillTx/>
                <a:latin typeface="Arial"/>
                <a:ea typeface="Arial"/>
              </a:rPr>
              <a:t> </a:t>
            </a:r>
            <a:r>
              <a:rPr lang="en" sz="1600" b="0" u="none" strike="noStrike" dirty="0" err="1">
                <a:solidFill>
                  <a:srgbClr val="5B5B5B"/>
                </a:solidFill>
                <a:effectLst/>
                <a:uFillTx/>
                <a:latin typeface="Arial"/>
                <a:ea typeface="Arial"/>
              </a:rPr>
              <a:t>tempor</a:t>
            </a:r>
            <a:r>
              <a:rPr lang="en" sz="1600" b="0" u="none" strike="noStrike" dirty="0">
                <a:solidFill>
                  <a:srgbClr val="5B5B5B"/>
                </a:solidFill>
                <a:effectLst/>
                <a:uFillTx/>
                <a:latin typeface="Arial"/>
                <a:ea typeface="Arial"/>
              </a:rPr>
              <a:t> sed </a:t>
            </a:r>
            <a:r>
              <a:rPr lang="en" sz="1600" b="0" u="none" strike="noStrike" dirty="0" err="1">
                <a:solidFill>
                  <a:srgbClr val="5B5B5B"/>
                </a:solidFill>
                <a:effectLst/>
                <a:uFillTx/>
                <a:latin typeface="Arial"/>
                <a:ea typeface="Arial"/>
              </a:rPr>
              <a:t>incididunt</a:t>
            </a:r>
            <a:r>
              <a:rPr lang="en" sz="1600" b="0" u="none" strike="noStrike" dirty="0">
                <a:solidFill>
                  <a:srgbClr val="5B5B5B"/>
                </a:solidFill>
                <a:effectLst/>
                <a:uFillTx/>
                <a:latin typeface="Arial"/>
                <a:ea typeface="Arial"/>
              </a:rPr>
              <a:t> et magna.</a:t>
            </a:r>
          </a:p>
          <a:p>
            <a:pPr>
              <a:lnSpc>
                <a:spcPct val="115000"/>
              </a:lnSpc>
              <a:spcBef>
                <a:spcPts val="1001"/>
              </a:spcBef>
              <a:spcAft>
                <a:spcPts val="1001"/>
              </a:spcAft>
              <a:tabLst>
                <a:tab pos="0" algn="l"/>
              </a:tabLst>
            </a:pPr>
            <a:r>
              <a:rPr lang="en" sz="1600" dirty="0">
                <a:solidFill>
                  <a:srgbClr val="5B5B5B"/>
                </a:solidFill>
                <a:ea typeface="Arial"/>
              </a:rPr>
              <a:t>Lorem ipsum dolor sit </a:t>
            </a:r>
            <a:r>
              <a:rPr lang="en" sz="1600" dirty="0" err="1">
                <a:solidFill>
                  <a:srgbClr val="5B5B5B"/>
                </a:solidFill>
                <a:ea typeface="Arial"/>
              </a:rPr>
              <a:t>amet</a:t>
            </a:r>
            <a:r>
              <a:rPr lang="en" sz="1600" dirty="0">
                <a:solidFill>
                  <a:srgbClr val="5B5B5B"/>
                </a:solidFill>
                <a:ea typeface="Arial"/>
              </a:rPr>
              <a:t>, </a:t>
            </a:r>
            <a:r>
              <a:rPr lang="en" sz="1600" dirty="0" err="1">
                <a:solidFill>
                  <a:srgbClr val="5B5B5B"/>
                </a:solidFill>
                <a:ea typeface="Arial"/>
              </a:rPr>
              <a:t>adipiscing</a:t>
            </a:r>
            <a:r>
              <a:rPr lang="en" sz="1600" dirty="0">
                <a:solidFill>
                  <a:srgbClr val="5B5B5B"/>
                </a:solidFill>
                <a:ea typeface="Arial"/>
              </a:rPr>
              <a:t> </a:t>
            </a:r>
            <a:r>
              <a:rPr lang="en" sz="1600" dirty="0" err="1">
                <a:solidFill>
                  <a:srgbClr val="5B5B5B"/>
                </a:solidFill>
                <a:ea typeface="Arial"/>
              </a:rPr>
              <a:t>elit</a:t>
            </a:r>
            <a:r>
              <a:rPr lang="en" sz="1600" dirty="0">
                <a:solidFill>
                  <a:srgbClr val="5B5B5B"/>
                </a:solidFill>
                <a:ea typeface="Arial"/>
              </a:rPr>
              <a:t>, </a:t>
            </a:r>
            <a:r>
              <a:rPr lang="en" sz="1600" dirty="0" err="1">
                <a:solidFill>
                  <a:srgbClr val="5B5B5B"/>
                </a:solidFill>
                <a:ea typeface="Arial"/>
              </a:rPr>
              <a:t>eiusmod</a:t>
            </a:r>
            <a:r>
              <a:rPr lang="en" sz="1600" dirty="0">
                <a:solidFill>
                  <a:srgbClr val="5B5B5B"/>
                </a:solidFill>
                <a:ea typeface="Arial"/>
              </a:rPr>
              <a:t> </a:t>
            </a:r>
            <a:r>
              <a:rPr lang="en" sz="1600" dirty="0" err="1">
                <a:solidFill>
                  <a:srgbClr val="5B5B5B"/>
                </a:solidFill>
                <a:ea typeface="Arial"/>
              </a:rPr>
              <a:t>tempor</a:t>
            </a:r>
            <a:r>
              <a:rPr lang="en" sz="1600" dirty="0">
                <a:solidFill>
                  <a:srgbClr val="5B5B5B"/>
                </a:solidFill>
                <a:ea typeface="Arial"/>
              </a:rPr>
              <a:t> sed </a:t>
            </a:r>
            <a:r>
              <a:rPr lang="en" sz="1600" dirty="0" err="1">
                <a:solidFill>
                  <a:srgbClr val="5B5B5B"/>
                </a:solidFill>
                <a:ea typeface="Arial"/>
              </a:rPr>
              <a:t>incididunt</a:t>
            </a:r>
            <a:r>
              <a:rPr lang="en" sz="1600" dirty="0">
                <a:solidFill>
                  <a:srgbClr val="5B5B5B"/>
                </a:solidFill>
                <a:ea typeface="Arial"/>
              </a:rPr>
              <a:t> et magna.</a:t>
            </a:r>
            <a:endParaRPr lang="en-GB" sz="1600" dirty="0">
              <a:solidFill>
                <a:srgbClr val="000000"/>
              </a:solidFill>
            </a:endParaRPr>
          </a:p>
          <a:p>
            <a:pPr indent="0">
              <a:lnSpc>
                <a:spcPct val="115000"/>
              </a:lnSpc>
              <a:spcBef>
                <a:spcPts val="1001"/>
              </a:spcBef>
              <a:spcAft>
                <a:spcPts val="1001"/>
              </a:spcAft>
              <a:buNone/>
              <a:tabLst>
                <a:tab pos="0" algn="l"/>
              </a:tabLst>
            </a:pPr>
            <a:endParaRPr lang="en-GB" sz="1600" b="0" u="none" strike="noStrike" dirty="0">
              <a:solidFill>
                <a:srgbClr val="000000"/>
              </a:solidFill>
              <a:effectLst/>
              <a:uFillTx/>
              <a:latin typeface="Arial"/>
            </a:endParaRPr>
          </a:p>
        </p:txBody>
      </p:sp>
      <p:sp>
        <p:nvSpPr>
          <p:cNvPr id="337" name="PlaceHolder 5"/>
          <p:cNvSpPr>
            <a:spLocks noGrp="1"/>
          </p:cNvSpPr>
          <p:nvPr>
            <p:ph type="sldNum" idx="30"/>
          </p:nvPr>
        </p:nvSpPr>
        <p:spPr>
          <a:xfrm>
            <a:off x="8229600" y="462075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63716400-CC51-4980-BAF4-1AB3E08F4299}" type="slidenum">
              <a:rPr lang="en" sz="600" b="0" u="none" strike="noStrike">
                <a:solidFill>
                  <a:srgbClr val="929292"/>
                </a:solidFill>
                <a:effectLst/>
                <a:uFillTx/>
                <a:latin typeface="Arial"/>
                <a:ea typeface="Arial"/>
              </a:rPr>
              <a:t>13</a:t>
            </a:fld>
            <a:endParaRPr lang="en-GB" sz="600" b="0" u="none" strike="noStrike">
              <a:solidFill>
                <a:srgbClr val="000000"/>
              </a:solidFill>
              <a:effectLst/>
              <a:uFillTx/>
              <a:latin typeface="Times New Roman"/>
            </a:endParaRPr>
          </a:p>
        </p:txBody>
      </p:sp>
      <p:sp>
        <p:nvSpPr>
          <p:cNvPr id="338" name="PlaceHolder 6"/>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Subtitle if needed</a:t>
            </a:r>
            <a:endParaRPr lang="en-GB" sz="1800" b="0" u="none" strike="noStrike">
              <a:solidFill>
                <a:srgbClr val="000000"/>
              </a:solidFill>
              <a:effectLst/>
              <a:uFillTx/>
              <a:latin typeface="Arial"/>
            </a:endParaRPr>
          </a:p>
        </p:txBody>
      </p:sp>
      <p:sp>
        <p:nvSpPr>
          <p:cNvPr id="339" name="Google Shape;720;p68"/>
          <p:cNvSpPr/>
          <p:nvPr/>
        </p:nvSpPr>
        <p:spPr>
          <a:xfrm>
            <a:off x="543960" y="1220910"/>
            <a:ext cx="791640" cy="699480"/>
          </a:xfrm>
          <a:custGeom>
            <a:avLst/>
            <a:gdLst>
              <a:gd name="textAreaLeft" fmla="*/ 0 w 791640"/>
              <a:gd name="textAreaRight" fmla="*/ 794520 w 791640"/>
              <a:gd name="textAreaTop" fmla="*/ 0 h 699480"/>
              <a:gd name="textAreaBottom" fmla="*/ 702360 h 699480"/>
            </a:gdLst>
            <a:ahLst/>
            <a:cxnLst/>
            <a:rect l="textAreaLeft" t="textAreaTop" r="textAreaRight" b="textAreaBottom"/>
            <a:pathLst>
              <a:path w="1985891" h="1778143">
                <a:moveTo>
                  <a:pt x="1984833" y="1484821"/>
                </a:moveTo>
                <a:cubicBezTo>
                  <a:pt x="1982909" y="1475749"/>
                  <a:pt x="1978785" y="1467227"/>
                  <a:pt x="1972737" y="1460355"/>
                </a:cubicBezTo>
                <a:lnTo>
                  <a:pt x="1972737" y="1460355"/>
                </a:lnTo>
                <a:cubicBezTo>
                  <a:pt x="1896864" y="1374859"/>
                  <a:pt x="1896864" y="1236033"/>
                  <a:pt x="1972737" y="1150538"/>
                </a:cubicBezTo>
                <a:cubicBezTo>
                  <a:pt x="1973287" y="1149988"/>
                  <a:pt x="1973287" y="1149438"/>
                  <a:pt x="1973837" y="1148888"/>
                </a:cubicBezTo>
                <a:cubicBezTo>
                  <a:pt x="1974387" y="1148338"/>
                  <a:pt x="1975211" y="1147789"/>
                  <a:pt x="1975761" y="1146964"/>
                </a:cubicBezTo>
                <a:cubicBezTo>
                  <a:pt x="1976311" y="1146139"/>
                  <a:pt x="1976586" y="1144490"/>
                  <a:pt x="1977411" y="1143390"/>
                </a:cubicBezTo>
                <a:cubicBezTo>
                  <a:pt x="1979885" y="1139542"/>
                  <a:pt x="1981809" y="1135693"/>
                  <a:pt x="1983184" y="1131294"/>
                </a:cubicBezTo>
                <a:cubicBezTo>
                  <a:pt x="1983733" y="1129370"/>
                  <a:pt x="1984283" y="1127171"/>
                  <a:pt x="1984833" y="1125247"/>
                </a:cubicBezTo>
                <a:cubicBezTo>
                  <a:pt x="1985658" y="1120848"/>
                  <a:pt x="1985933" y="1116450"/>
                  <a:pt x="1985383" y="1112051"/>
                </a:cubicBezTo>
                <a:cubicBezTo>
                  <a:pt x="1985383" y="1110402"/>
                  <a:pt x="1985383" y="1108752"/>
                  <a:pt x="1985108" y="1106828"/>
                </a:cubicBezTo>
                <a:cubicBezTo>
                  <a:pt x="1984283" y="1100780"/>
                  <a:pt x="1982084" y="1095007"/>
                  <a:pt x="1979060" y="1089784"/>
                </a:cubicBezTo>
                <a:lnTo>
                  <a:pt x="1978785" y="1089509"/>
                </a:lnTo>
                <a:cubicBezTo>
                  <a:pt x="1978235" y="1088684"/>
                  <a:pt x="1977686" y="1088409"/>
                  <a:pt x="1977136" y="1087585"/>
                </a:cubicBezTo>
                <a:cubicBezTo>
                  <a:pt x="1974112" y="1082911"/>
                  <a:pt x="1970538" y="1078788"/>
                  <a:pt x="1966140" y="1075214"/>
                </a:cubicBezTo>
                <a:cubicBezTo>
                  <a:pt x="1965590" y="1074664"/>
                  <a:pt x="1965315" y="1074114"/>
                  <a:pt x="1964765" y="1073564"/>
                </a:cubicBezTo>
                <a:lnTo>
                  <a:pt x="1430351" y="677153"/>
                </a:lnTo>
                <a:cubicBezTo>
                  <a:pt x="1471037" y="544924"/>
                  <a:pt x="1462240" y="414619"/>
                  <a:pt x="1426503" y="325550"/>
                </a:cubicBezTo>
                <a:cubicBezTo>
                  <a:pt x="1413857" y="292837"/>
                  <a:pt x="1395438" y="262322"/>
                  <a:pt x="1372072" y="235931"/>
                </a:cubicBezTo>
                <a:cubicBezTo>
                  <a:pt x="1384442" y="225485"/>
                  <a:pt x="1397638" y="215589"/>
                  <a:pt x="1411383" y="207066"/>
                </a:cubicBezTo>
                <a:cubicBezTo>
                  <a:pt x="1436674" y="193046"/>
                  <a:pt x="1445746" y="161157"/>
                  <a:pt x="1431726" y="135866"/>
                </a:cubicBezTo>
                <a:cubicBezTo>
                  <a:pt x="1428977" y="130918"/>
                  <a:pt x="1425403" y="126520"/>
                  <a:pt x="1421280" y="122671"/>
                </a:cubicBezTo>
                <a:cubicBezTo>
                  <a:pt x="1417431" y="119097"/>
                  <a:pt x="1323689" y="34702"/>
                  <a:pt x="1180463" y="54770"/>
                </a:cubicBezTo>
                <a:cubicBezTo>
                  <a:pt x="1085347" y="68515"/>
                  <a:pt x="1020744" y="133667"/>
                  <a:pt x="980333" y="193321"/>
                </a:cubicBezTo>
                <a:cubicBezTo>
                  <a:pt x="958341" y="132842"/>
                  <a:pt x="921504" y="60817"/>
                  <a:pt x="859650" y="7761"/>
                </a:cubicBezTo>
                <a:cubicBezTo>
                  <a:pt x="845355" y="-4060"/>
                  <a:pt x="824188" y="-2136"/>
                  <a:pt x="812367" y="11885"/>
                </a:cubicBezTo>
                <a:cubicBezTo>
                  <a:pt x="800821" y="25905"/>
                  <a:pt x="802195" y="46522"/>
                  <a:pt x="815666" y="58343"/>
                </a:cubicBezTo>
                <a:cubicBezTo>
                  <a:pt x="854977" y="92157"/>
                  <a:pt x="882467" y="136691"/>
                  <a:pt x="901711" y="179026"/>
                </a:cubicBezTo>
                <a:cubicBezTo>
                  <a:pt x="872296" y="169954"/>
                  <a:pt x="841507" y="165556"/>
                  <a:pt x="810717" y="166106"/>
                </a:cubicBezTo>
                <a:cubicBezTo>
                  <a:pt x="719174" y="166106"/>
                  <a:pt x="629281" y="231533"/>
                  <a:pt x="591619" y="325000"/>
                </a:cubicBezTo>
                <a:cubicBezTo>
                  <a:pt x="560005" y="404448"/>
                  <a:pt x="549558" y="516334"/>
                  <a:pt x="575949" y="632893"/>
                </a:cubicBezTo>
                <a:lnTo>
                  <a:pt x="185585" y="725536"/>
                </a:lnTo>
                <a:cubicBezTo>
                  <a:pt x="64352" y="749452"/>
                  <a:pt x="-17844" y="874809"/>
                  <a:pt x="3324" y="1005388"/>
                </a:cubicBezTo>
                <a:cubicBezTo>
                  <a:pt x="11571" y="1057895"/>
                  <a:pt x="36862" y="1106278"/>
                  <a:pt x="75074" y="1143115"/>
                </a:cubicBezTo>
                <a:lnTo>
                  <a:pt x="617735" y="1696772"/>
                </a:lnTo>
                <a:lnTo>
                  <a:pt x="618284" y="1697322"/>
                </a:lnTo>
                <a:cubicBezTo>
                  <a:pt x="631205" y="1712442"/>
                  <a:pt x="645775" y="1725637"/>
                  <a:pt x="661994" y="1737183"/>
                </a:cubicBezTo>
                <a:cubicBezTo>
                  <a:pt x="699106" y="1763574"/>
                  <a:pt x="743366" y="1777869"/>
                  <a:pt x="788725" y="1778144"/>
                </a:cubicBezTo>
                <a:cubicBezTo>
                  <a:pt x="802470" y="1778144"/>
                  <a:pt x="815940" y="1776769"/>
                  <a:pt x="829411" y="1774295"/>
                </a:cubicBezTo>
                <a:lnTo>
                  <a:pt x="1177439" y="1700621"/>
                </a:lnTo>
                <a:lnTo>
                  <a:pt x="1943872" y="1546675"/>
                </a:lnTo>
                <a:cubicBezTo>
                  <a:pt x="1972188" y="1540902"/>
                  <a:pt x="1990606" y="1513411"/>
                  <a:pt x="1984833" y="1484821"/>
                </a:cubicBezTo>
                <a:close/>
                <a:moveTo>
                  <a:pt x="1195858" y="158683"/>
                </a:moveTo>
                <a:cubicBezTo>
                  <a:pt x="1228022" y="154010"/>
                  <a:pt x="1260461" y="157034"/>
                  <a:pt x="1291250" y="167480"/>
                </a:cubicBezTo>
                <a:cubicBezTo>
                  <a:pt x="1280529" y="177377"/>
                  <a:pt x="1269258" y="188373"/>
                  <a:pt x="1257437" y="200469"/>
                </a:cubicBezTo>
                <a:cubicBezTo>
                  <a:pt x="1256062" y="201843"/>
                  <a:pt x="1254962" y="203218"/>
                  <a:pt x="1253863" y="204592"/>
                </a:cubicBezTo>
                <a:cubicBezTo>
                  <a:pt x="1243142" y="215314"/>
                  <a:pt x="1232145" y="226585"/>
                  <a:pt x="1221149" y="237306"/>
                </a:cubicBezTo>
                <a:cubicBezTo>
                  <a:pt x="1210153" y="248027"/>
                  <a:pt x="1198607" y="258748"/>
                  <a:pt x="1187336" y="268370"/>
                </a:cubicBezTo>
                <a:cubicBezTo>
                  <a:pt x="1173041" y="280466"/>
                  <a:pt x="1157097" y="290912"/>
                  <a:pt x="1140327" y="299159"/>
                </a:cubicBezTo>
                <a:cubicBezTo>
                  <a:pt x="1125208" y="306582"/>
                  <a:pt x="1109263" y="311805"/>
                  <a:pt x="1092769" y="314554"/>
                </a:cubicBezTo>
                <a:cubicBezTo>
                  <a:pt x="1083422" y="316203"/>
                  <a:pt x="1073801" y="316203"/>
                  <a:pt x="1064179" y="315104"/>
                </a:cubicBezTo>
                <a:cubicBezTo>
                  <a:pt x="1057581" y="314004"/>
                  <a:pt x="1051258" y="312080"/>
                  <a:pt x="1045211" y="308781"/>
                </a:cubicBezTo>
                <a:cubicBezTo>
                  <a:pt x="1043836" y="308231"/>
                  <a:pt x="1042736" y="307407"/>
                  <a:pt x="1041637" y="306857"/>
                </a:cubicBezTo>
                <a:cubicBezTo>
                  <a:pt x="1040537" y="306307"/>
                  <a:pt x="1039713" y="304932"/>
                  <a:pt x="1038888" y="304108"/>
                </a:cubicBezTo>
                <a:cubicBezTo>
                  <a:pt x="1059506" y="258748"/>
                  <a:pt x="1111188" y="170779"/>
                  <a:pt x="1195858" y="158683"/>
                </a:cubicBezTo>
                <a:close/>
                <a:moveTo>
                  <a:pt x="689759" y="364037"/>
                </a:moveTo>
                <a:cubicBezTo>
                  <a:pt x="714226" y="303008"/>
                  <a:pt x="769482" y="271119"/>
                  <a:pt x="811542" y="271119"/>
                </a:cubicBezTo>
                <a:cubicBezTo>
                  <a:pt x="889065" y="271119"/>
                  <a:pt x="908583" y="297510"/>
                  <a:pt x="927277" y="326925"/>
                </a:cubicBezTo>
                <a:cubicBezTo>
                  <a:pt x="928376" y="329124"/>
                  <a:pt x="929476" y="331323"/>
                  <a:pt x="930301" y="332973"/>
                </a:cubicBezTo>
                <a:lnTo>
                  <a:pt x="930850" y="334347"/>
                </a:lnTo>
                <a:cubicBezTo>
                  <a:pt x="932225" y="339295"/>
                  <a:pt x="934424" y="343969"/>
                  <a:pt x="937173" y="348092"/>
                </a:cubicBezTo>
                <a:cubicBezTo>
                  <a:pt x="947345" y="363212"/>
                  <a:pt x="960265" y="376682"/>
                  <a:pt x="974835" y="387404"/>
                </a:cubicBezTo>
                <a:cubicBezTo>
                  <a:pt x="978409" y="390153"/>
                  <a:pt x="981433" y="393177"/>
                  <a:pt x="985281" y="395651"/>
                </a:cubicBezTo>
                <a:cubicBezTo>
                  <a:pt x="985831" y="395926"/>
                  <a:pt x="986381" y="396201"/>
                  <a:pt x="986656" y="396475"/>
                </a:cubicBezTo>
                <a:cubicBezTo>
                  <a:pt x="995728" y="401974"/>
                  <a:pt x="1005350" y="406647"/>
                  <a:pt x="1015246" y="410496"/>
                </a:cubicBezTo>
                <a:lnTo>
                  <a:pt x="1015521" y="410496"/>
                </a:lnTo>
                <a:cubicBezTo>
                  <a:pt x="1026242" y="414344"/>
                  <a:pt x="1037513" y="417093"/>
                  <a:pt x="1048784" y="418743"/>
                </a:cubicBezTo>
                <a:lnTo>
                  <a:pt x="1049059" y="418743"/>
                </a:lnTo>
                <a:cubicBezTo>
                  <a:pt x="1057581" y="419842"/>
                  <a:pt x="1066378" y="420392"/>
                  <a:pt x="1074900" y="420667"/>
                </a:cubicBezTo>
                <a:lnTo>
                  <a:pt x="1075725" y="420667"/>
                </a:lnTo>
                <a:cubicBezTo>
                  <a:pt x="1083422" y="420667"/>
                  <a:pt x="1091395" y="420117"/>
                  <a:pt x="1099092" y="419293"/>
                </a:cubicBezTo>
                <a:cubicBezTo>
                  <a:pt x="1101291" y="419018"/>
                  <a:pt x="1103215" y="418468"/>
                  <a:pt x="1105415" y="418193"/>
                </a:cubicBezTo>
                <a:cubicBezTo>
                  <a:pt x="1111462" y="417368"/>
                  <a:pt x="1117510" y="416269"/>
                  <a:pt x="1123833" y="415169"/>
                </a:cubicBezTo>
                <a:cubicBezTo>
                  <a:pt x="1126857" y="414619"/>
                  <a:pt x="1130156" y="413520"/>
                  <a:pt x="1133180" y="412695"/>
                </a:cubicBezTo>
                <a:cubicBezTo>
                  <a:pt x="1138403" y="411320"/>
                  <a:pt x="1143626" y="409946"/>
                  <a:pt x="1148849" y="408296"/>
                </a:cubicBezTo>
                <a:cubicBezTo>
                  <a:pt x="1152148" y="407197"/>
                  <a:pt x="1155722" y="405822"/>
                  <a:pt x="1159021" y="404723"/>
                </a:cubicBezTo>
                <a:cubicBezTo>
                  <a:pt x="1163969" y="402798"/>
                  <a:pt x="1168918" y="400874"/>
                  <a:pt x="1173866" y="398675"/>
                </a:cubicBezTo>
                <a:cubicBezTo>
                  <a:pt x="1177165" y="397300"/>
                  <a:pt x="1180738" y="395651"/>
                  <a:pt x="1184037" y="394001"/>
                </a:cubicBezTo>
                <a:cubicBezTo>
                  <a:pt x="1188985" y="391527"/>
                  <a:pt x="1193934" y="389053"/>
                  <a:pt x="1198882" y="386304"/>
                </a:cubicBezTo>
                <a:cubicBezTo>
                  <a:pt x="1202181" y="384655"/>
                  <a:pt x="1205480" y="382730"/>
                  <a:pt x="1208504" y="380806"/>
                </a:cubicBezTo>
                <a:cubicBezTo>
                  <a:pt x="1213727" y="377782"/>
                  <a:pt x="1218950" y="374208"/>
                  <a:pt x="1224173" y="370909"/>
                </a:cubicBezTo>
                <a:cubicBezTo>
                  <a:pt x="1226922" y="368985"/>
                  <a:pt x="1229671" y="367336"/>
                  <a:pt x="1232420" y="365411"/>
                </a:cubicBezTo>
                <a:cubicBezTo>
                  <a:pt x="1239843" y="360188"/>
                  <a:pt x="1246990" y="354690"/>
                  <a:pt x="1254138" y="348642"/>
                </a:cubicBezTo>
                <a:cubicBezTo>
                  <a:pt x="1254413" y="348367"/>
                  <a:pt x="1254962" y="348092"/>
                  <a:pt x="1255237" y="347817"/>
                </a:cubicBezTo>
                <a:cubicBezTo>
                  <a:pt x="1256062" y="347268"/>
                  <a:pt x="1256612" y="346443"/>
                  <a:pt x="1257437" y="345618"/>
                </a:cubicBezTo>
                <a:cubicBezTo>
                  <a:pt x="1270907" y="334072"/>
                  <a:pt x="1283827" y="321976"/>
                  <a:pt x="1296473" y="309606"/>
                </a:cubicBezTo>
                <a:cubicBezTo>
                  <a:pt x="1296748" y="309331"/>
                  <a:pt x="1297298" y="308781"/>
                  <a:pt x="1297847" y="308506"/>
                </a:cubicBezTo>
                <a:cubicBezTo>
                  <a:pt x="1311043" y="325275"/>
                  <a:pt x="1321764" y="343969"/>
                  <a:pt x="1329187" y="364037"/>
                </a:cubicBezTo>
                <a:cubicBezTo>
                  <a:pt x="1369598" y="464377"/>
                  <a:pt x="1366024" y="631793"/>
                  <a:pt x="1267058" y="779142"/>
                </a:cubicBezTo>
                <a:cubicBezTo>
                  <a:pt x="1217576" y="853091"/>
                  <a:pt x="1169192" y="893777"/>
                  <a:pt x="1130431" y="893777"/>
                </a:cubicBezTo>
                <a:cubicBezTo>
                  <a:pt x="1097168" y="893777"/>
                  <a:pt x="1071876" y="861338"/>
                  <a:pt x="1069402" y="858040"/>
                </a:cubicBezTo>
                <a:cubicBezTo>
                  <a:pt x="1056207" y="837972"/>
                  <a:pt x="1033665" y="826151"/>
                  <a:pt x="1009473" y="826426"/>
                </a:cubicBezTo>
                <a:cubicBezTo>
                  <a:pt x="986106" y="826426"/>
                  <a:pt x="964114" y="837697"/>
                  <a:pt x="950644" y="856940"/>
                </a:cubicBezTo>
                <a:cubicBezTo>
                  <a:pt x="950369" y="857490"/>
                  <a:pt x="949819" y="858040"/>
                  <a:pt x="949544" y="858589"/>
                </a:cubicBezTo>
                <a:cubicBezTo>
                  <a:pt x="947070" y="861613"/>
                  <a:pt x="922328" y="894052"/>
                  <a:pt x="888515" y="894052"/>
                </a:cubicBezTo>
                <a:cubicBezTo>
                  <a:pt x="871471" y="894052"/>
                  <a:pt x="852503" y="886080"/>
                  <a:pt x="831610" y="870135"/>
                </a:cubicBezTo>
                <a:cubicBezTo>
                  <a:pt x="806319" y="850892"/>
                  <a:pt x="779653" y="820378"/>
                  <a:pt x="752163" y="779417"/>
                </a:cubicBezTo>
                <a:cubicBezTo>
                  <a:pt x="653472" y="632068"/>
                  <a:pt x="649623" y="464652"/>
                  <a:pt x="689759" y="364037"/>
                </a:cubicBezTo>
                <a:close/>
                <a:moveTo>
                  <a:pt x="1036139" y="917419"/>
                </a:moveTo>
                <a:cubicBezTo>
                  <a:pt x="1035589" y="918244"/>
                  <a:pt x="1035039" y="919068"/>
                  <a:pt x="1034489" y="919618"/>
                </a:cubicBezTo>
                <a:cubicBezTo>
                  <a:pt x="1035039" y="918793"/>
                  <a:pt x="1035589" y="917969"/>
                  <a:pt x="1036139" y="917419"/>
                </a:cubicBezTo>
                <a:lnTo>
                  <a:pt x="1036139" y="917419"/>
                </a:lnTo>
                <a:close/>
                <a:moveTo>
                  <a:pt x="608938" y="732958"/>
                </a:moveTo>
                <a:cubicBezTo>
                  <a:pt x="624332" y="769520"/>
                  <a:pt x="643026" y="804708"/>
                  <a:pt x="665293" y="837422"/>
                </a:cubicBezTo>
                <a:cubicBezTo>
                  <a:pt x="699106" y="887729"/>
                  <a:pt x="733744" y="926766"/>
                  <a:pt x="768107" y="952882"/>
                </a:cubicBezTo>
                <a:cubicBezTo>
                  <a:pt x="807419" y="983121"/>
                  <a:pt x="848104" y="998241"/>
                  <a:pt x="888515" y="998241"/>
                </a:cubicBezTo>
                <a:cubicBezTo>
                  <a:pt x="942396" y="998241"/>
                  <a:pt x="983632" y="971850"/>
                  <a:pt x="1009473" y="947383"/>
                </a:cubicBezTo>
                <a:cubicBezTo>
                  <a:pt x="1036414" y="972400"/>
                  <a:pt x="1078199" y="998241"/>
                  <a:pt x="1130706" y="998241"/>
                </a:cubicBezTo>
                <a:cubicBezTo>
                  <a:pt x="1207129" y="998241"/>
                  <a:pt x="1282178" y="944085"/>
                  <a:pt x="1353928" y="837147"/>
                </a:cubicBezTo>
                <a:cubicBezTo>
                  <a:pt x="1366849" y="817629"/>
                  <a:pt x="1378944" y="797561"/>
                  <a:pt x="1389391" y="776668"/>
                </a:cubicBezTo>
                <a:lnTo>
                  <a:pt x="1806970" y="1086760"/>
                </a:lnTo>
                <a:lnTo>
                  <a:pt x="771406" y="1289089"/>
                </a:lnTo>
                <a:lnTo>
                  <a:pt x="298571" y="806358"/>
                </a:lnTo>
                <a:lnTo>
                  <a:pt x="608938" y="732958"/>
                </a:lnTo>
                <a:close/>
                <a:moveTo>
                  <a:pt x="561379" y="1489495"/>
                </a:moveTo>
                <a:lnTo>
                  <a:pt x="148473" y="1068341"/>
                </a:lnTo>
                <a:cubicBezTo>
                  <a:pt x="126206" y="1047174"/>
                  <a:pt x="111361" y="1019133"/>
                  <a:pt x="106688" y="988619"/>
                </a:cubicBezTo>
                <a:cubicBezTo>
                  <a:pt x="96241" y="923742"/>
                  <a:pt x="128130" y="861613"/>
                  <a:pt x="181462" y="837147"/>
                </a:cubicBezTo>
                <a:lnTo>
                  <a:pt x="662819" y="1328676"/>
                </a:lnTo>
                <a:cubicBezTo>
                  <a:pt x="609762" y="1364688"/>
                  <a:pt x="572925" y="1423243"/>
                  <a:pt x="561379" y="1489495"/>
                </a:cubicBezTo>
                <a:close/>
                <a:moveTo>
                  <a:pt x="1156272" y="1597807"/>
                </a:moveTo>
                <a:lnTo>
                  <a:pt x="808793" y="1671481"/>
                </a:lnTo>
                <a:cubicBezTo>
                  <a:pt x="779378" y="1676979"/>
                  <a:pt x="748589" y="1670107"/>
                  <a:pt x="722198" y="1651413"/>
                </a:cubicBezTo>
                <a:cubicBezTo>
                  <a:pt x="691134" y="1629421"/>
                  <a:pt x="670241" y="1595607"/>
                  <a:pt x="664193" y="1557946"/>
                </a:cubicBezTo>
                <a:cubicBezTo>
                  <a:pt x="652098" y="1482622"/>
                  <a:pt x="696632" y="1410872"/>
                  <a:pt x="763709" y="1397951"/>
                </a:cubicBezTo>
                <a:lnTo>
                  <a:pt x="1831437" y="1189299"/>
                </a:lnTo>
                <a:cubicBezTo>
                  <a:pt x="1800922" y="1276719"/>
                  <a:pt x="1806145" y="1376234"/>
                  <a:pt x="1846831" y="1459255"/>
                </a:cubicBezTo>
                <a:lnTo>
                  <a:pt x="1156272" y="1597807"/>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340" name="Google Shape;721;p68"/>
          <p:cNvSpPr/>
          <p:nvPr/>
        </p:nvSpPr>
        <p:spPr>
          <a:xfrm>
            <a:off x="3169080" y="1260510"/>
            <a:ext cx="897120" cy="620640"/>
          </a:xfrm>
          <a:custGeom>
            <a:avLst/>
            <a:gdLst>
              <a:gd name="textAreaLeft" fmla="*/ 0 w 897120"/>
              <a:gd name="textAreaRight" fmla="*/ 900000 w 897120"/>
              <a:gd name="textAreaTop" fmla="*/ 0 h 620640"/>
              <a:gd name="textAreaBottom" fmla="*/ 623520 h 620640"/>
            </a:gdLst>
            <a:ahLst/>
            <a:cxnLst/>
            <a:rect l="textAreaLeft" t="textAreaTop" r="textAreaRight" b="textAreaBottom"/>
            <a:pathLst>
              <a:path w="628345" h="469761">
                <a:moveTo>
                  <a:pt x="627315" y="305350"/>
                </a:moveTo>
                <a:lnTo>
                  <a:pt x="599996" y="225765"/>
                </a:lnTo>
                <a:cubicBezTo>
                  <a:pt x="599377" y="224013"/>
                  <a:pt x="598553" y="222260"/>
                  <a:pt x="597419" y="220714"/>
                </a:cubicBezTo>
                <a:cubicBezTo>
                  <a:pt x="582368" y="199684"/>
                  <a:pt x="560100" y="168860"/>
                  <a:pt x="540307" y="143809"/>
                </a:cubicBezTo>
                <a:cubicBezTo>
                  <a:pt x="532679" y="134222"/>
                  <a:pt x="523401" y="127830"/>
                  <a:pt x="513298" y="124944"/>
                </a:cubicBezTo>
                <a:lnTo>
                  <a:pt x="513298" y="45978"/>
                </a:lnTo>
                <a:cubicBezTo>
                  <a:pt x="513298" y="35153"/>
                  <a:pt x="504535" y="26288"/>
                  <a:pt x="493608" y="26288"/>
                </a:cubicBezTo>
                <a:lnTo>
                  <a:pt x="328975" y="26288"/>
                </a:lnTo>
                <a:cubicBezTo>
                  <a:pt x="309079" y="5258"/>
                  <a:pt x="277739" y="-515"/>
                  <a:pt x="251658" y="12165"/>
                </a:cubicBezTo>
                <a:cubicBezTo>
                  <a:pt x="231246" y="-2268"/>
                  <a:pt x="202794" y="-3814"/>
                  <a:pt x="181042" y="8453"/>
                </a:cubicBezTo>
                <a:cubicBezTo>
                  <a:pt x="171145" y="2886"/>
                  <a:pt x="160012" y="0"/>
                  <a:pt x="148672" y="0"/>
                </a:cubicBezTo>
                <a:cubicBezTo>
                  <a:pt x="123312" y="103"/>
                  <a:pt x="100220" y="14536"/>
                  <a:pt x="88983" y="37215"/>
                </a:cubicBezTo>
                <a:cubicBezTo>
                  <a:pt x="49603" y="32164"/>
                  <a:pt x="14347" y="63812"/>
                  <a:pt x="14347" y="103192"/>
                </a:cubicBezTo>
                <a:cubicBezTo>
                  <a:pt x="14450" y="108140"/>
                  <a:pt x="14965" y="113089"/>
                  <a:pt x="16203" y="117831"/>
                </a:cubicBezTo>
                <a:cubicBezTo>
                  <a:pt x="6512" y="119480"/>
                  <a:pt x="-395" y="128140"/>
                  <a:pt x="18" y="137933"/>
                </a:cubicBezTo>
                <a:lnTo>
                  <a:pt x="4553" y="246589"/>
                </a:lnTo>
                <a:cubicBezTo>
                  <a:pt x="4966" y="256383"/>
                  <a:pt x="12491" y="264423"/>
                  <a:pt x="22285" y="265351"/>
                </a:cubicBezTo>
                <a:lnTo>
                  <a:pt x="82798" y="271330"/>
                </a:lnTo>
                <a:lnTo>
                  <a:pt x="104344" y="312978"/>
                </a:lnTo>
                <a:cubicBezTo>
                  <a:pt x="64964" y="338957"/>
                  <a:pt x="54036" y="391945"/>
                  <a:pt x="80015" y="431325"/>
                </a:cubicBezTo>
                <a:cubicBezTo>
                  <a:pt x="105993" y="470705"/>
                  <a:pt x="158775" y="481632"/>
                  <a:pt x="198155" y="455654"/>
                </a:cubicBezTo>
                <a:cubicBezTo>
                  <a:pt x="222174" y="439881"/>
                  <a:pt x="236607" y="412975"/>
                  <a:pt x="236607" y="384316"/>
                </a:cubicBezTo>
                <a:cubicBezTo>
                  <a:pt x="236607" y="381017"/>
                  <a:pt x="236401" y="377718"/>
                  <a:pt x="235988" y="374419"/>
                </a:cubicBezTo>
                <a:lnTo>
                  <a:pt x="393715" y="374419"/>
                </a:lnTo>
                <a:cubicBezTo>
                  <a:pt x="388251" y="421325"/>
                  <a:pt x="421755" y="463695"/>
                  <a:pt x="468660" y="469158"/>
                </a:cubicBezTo>
                <a:cubicBezTo>
                  <a:pt x="515566" y="474622"/>
                  <a:pt x="557936" y="441118"/>
                  <a:pt x="563399" y="394213"/>
                </a:cubicBezTo>
                <a:cubicBezTo>
                  <a:pt x="563812" y="390914"/>
                  <a:pt x="564018" y="387615"/>
                  <a:pt x="564018" y="384316"/>
                </a:cubicBezTo>
                <a:cubicBezTo>
                  <a:pt x="564018" y="381120"/>
                  <a:pt x="563812" y="378028"/>
                  <a:pt x="563502" y="374832"/>
                </a:cubicBezTo>
                <a:lnTo>
                  <a:pt x="601336" y="374832"/>
                </a:lnTo>
                <a:cubicBezTo>
                  <a:pt x="616284" y="374832"/>
                  <a:pt x="628345" y="362770"/>
                  <a:pt x="628345" y="347823"/>
                </a:cubicBezTo>
                <a:lnTo>
                  <a:pt x="628345" y="311741"/>
                </a:lnTo>
                <a:cubicBezTo>
                  <a:pt x="628345" y="309576"/>
                  <a:pt x="627933" y="307412"/>
                  <a:pt x="627315" y="305350"/>
                </a:cubicBezTo>
                <a:close/>
                <a:moveTo>
                  <a:pt x="80839" y="60307"/>
                </a:moveTo>
                <a:cubicBezTo>
                  <a:pt x="84963" y="60307"/>
                  <a:pt x="89086" y="60926"/>
                  <a:pt x="93004" y="62060"/>
                </a:cubicBezTo>
                <a:cubicBezTo>
                  <a:pt x="99189" y="63915"/>
                  <a:pt x="105787" y="60307"/>
                  <a:pt x="107643" y="54122"/>
                </a:cubicBezTo>
                <a:cubicBezTo>
                  <a:pt x="113209" y="36081"/>
                  <a:pt x="129807" y="23607"/>
                  <a:pt x="148775" y="23607"/>
                </a:cubicBezTo>
                <a:cubicBezTo>
                  <a:pt x="157950" y="23607"/>
                  <a:pt x="166816" y="26494"/>
                  <a:pt x="174135" y="31958"/>
                </a:cubicBezTo>
                <a:cubicBezTo>
                  <a:pt x="178259" y="35050"/>
                  <a:pt x="183928" y="35050"/>
                  <a:pt x="188155" y="31958"/>
                </a:cubicBezTo>
                <a:cubicBezTo>
                  <a:pt x="204340" y="19999"/>
                  <a:pt x="227844" y="21339"/>
                  <a:pt x="242689" y="35050"/>
                </a:cubicBezTo>
                <a:cubicBezTo>
                  <a:pt x="246710" y="38761"/>
                  <a:pt x="252689" y="39277"/>
                  <a:pt x="257225" y="36184"/>
                </a:cubicBezTo>
                <a:cubicBezTo>
                  <a:pt x="264235" y="31545"/>
                  <a:pt x="272482" y="29071"/>
                  <a:pt x="280832" y="29071"/>
                </a:cubicBezTo>
                <a:lnTo>
                  <a:pt x="280935" y="29071"/>
                </a:lnTo>
                <a:cubicBezTo>
                  <a:pt x="278255" y="30617"/>
                  <a:pt x="275987" y="32782"/>
                  <a:pt x="274338" y="35463"/>
                </a:cubicBezTo>
                <a:lnTo>
                  <a:pt x="243720" y="84018"/>
                </a:lnTo>
                <a:lnTo>
                  <a:pt x="39501" y="114223"/>
                </a:lnTo>
                <a:cubicBezTo>
                  <a:pt x="33212" y="91440"/>
                  <a:pt x="46614" y="67936"/>
                  <a:pt x="69396" y="61750"/>
                </a:cubicBezTo>
                <a:cubicBezTo>
                  <a:pt x="73005" y="60823"/>
                  <a:pt x="76922" y="60307"/>
                  <a:pt x="80839" y="60307"/>
                </a:cubicBezTo>
                <a:close/>
                <a:moveTo>
                  <a:pt x="39913" y="154015"/>
                </a:moveTo>
                <a:lnTo>
                  <a:pt x="258359" y="121645"/>
                </a:lnTo>
                <a:cubicBezTo>
                  <a:pt x="264029" y="120820"/>
                  <a:pt x="269080" y="117522"/>
                  <a:pt x="272070" y="112676"/>
                </a:cubicBezTo>
                <a:lnTo>
                  <a:pt x="301656" y="65668"/>
                </a:lnTo>
                <a:lnTo>
                  <a:pt x="473918" y="65668"/>
                </a:lnTo>
                <a:lnTo>
                  <a:pt x="473918" y="123191"/>
                </a:lnTo>
                <a:lnTo>
                  <a:pt x="385777" y="123191"/>
                </a:lnTo>
                <a:lnTo>
                  <a:pt x="384334" y="123501"/>
                </a:lnTo>
                <a:lnTo>
                  <a:pt x="380519" y="124222"/>
                </a:lnTo>
                <a:lnTo>
                  <a:pt x="377014" y="125459"/>
                </a:lnTo>
                <a:lnTo>
                  <a:pt x="374025" y="127418"/>
                </a:lnTo>
                <a:lnTo>
                  <a:pt x="371138" y="130098"/>
                </a:lnTo>
                <a:lnTo>
                  <a:pt x="369076" y="133088"/>
                </a:lnTo>
                <a:lnTo>
                  <a:pt x="367324" y="136696"/>
                </a:lnTo>
                <a:lnTo>
                  <a:pt x="366705" y="138036"/>
                </a:lnTo>
                <a:lnTo>
                  <a:pt x="336706" y="256795"/>
                </a:lnTo>
                <a:lnTo>
                  <a:pt x="43006" y="227827"/>
                </a:lnTo>
                <a:lnTo>
                  <a:pt x="39913" y="154015"/>
                </a:lnTo>
                <a:close/>
                <a:moveTo>
                  <a:pt x="151146" y="430500"/>
                </a:moveTo>
                <a:cubicBezTo>
                  <a:pt x="125683" y="430500"/>
                  <a:pt x="104962" y="409779"/>
                  <a:pt x="104962" y="384316"/>
                </a:cubicBezTo>
                <a:cubicBezTo>
                  <a:pt x="104962" y="358853"/>
                  <a:pt x="125683" y="338132"/>
                  <a:pt x="151146" y="338132"/>
                </a:cubicBezTo>
                <a:cubicBezTo>
                  <a:pt x="176609" y="338132"/>
                  <a:pt x="197330" y="358853"/>
                  <a:pt x="197330" y="384316"/>
                </a:cubicBezTo>
                <a:lnTo>
                  <a:pt x="197330" y="384316"/>
                </a:lnTo>
                <a:cubicBezTo>
                  <a:pt x="197330" y="409779"/>
                  <a:pt x="176609" y="430500"/>
                  <a:pt x="151146" y="430500"/>
                </a:cubicBezTo>
                <a:close/>
                <a:moveTo>
                  <a:pt x="478557" y="430500"/>
                </a:moveTo>
                <a:cubicBezTo>
                  <a:pt x="453094" y="430500"/>
                  <a:pt x="432373" y="409882"/>
                  <a:pt x="432373" y="384316"/>
                </a:cubicBezTo>
                <a:cubicBezTo>
                  <a:pt x="432373" y="358853"/>
                  <a:pt x="452991" y="338132"/>
                  <a:pt x="478557" y="338132"/>
                </a:cubicBezTo>
                <a:cubicBezTo>
                  <a:pt x="504020" y="338132"/>
                  <a:pt x="524741" y="358750"/>
                  <a:pt x="524741" y="384316"/>
                </a:cubicBezTo>
                <a:cubicBezTo>
                  <a:pt x="524741" y="384316"/>
                  <a:pt x="524741" y="384316"/>
                  <a:pt x="524741" y="384316"/>
                </a:cubicBezTo>
                <a:cubicBezTo>
                  <a:pt x="524741" y="409779"/>
                  <a:pt x="504020" y="430397"/>
                  <a:pt x="478557" y="430500"/>
                </a:cubicBezTo>
                <a:close/>
                <a:moveTo>
                  <a:pt x="589068" y="335555"/>
                </a:moveTo>
                <a:lnTo>
                  <a:pt x="557317" y="335555"/>
                </a:lnTo>
                <a:cubicBezTo>
                  <a:pt x="554740" y="335555"/>
                  <a:pt x="552163" y="336070"/>
                  <a:pt x="549792" y="337101"/>
                </a:cubicBezTo>
                <a:cubicBezTo>
                  <a:pt x="523813" y="297824"/>
                  <a:pt x="470825" y="287000"/>
                  <a:pt x="431548" y="313082"/>
                </a:cubicBezTo>
                <a:cubicBezTo>
                  <a:pt x="422580" y="319061"/>
                  <a:pt x="414848" y="326586"/>
                  <a:pt x="408663" y="335452"/>
                </a:cubicBezTo>
                <a:lnTo>
                  <a:pt x="407529" y="335246"/>
                </a:lnTo>
                <a:lnTo>
                  <a:pt x="222381" y="335246"/>
                </a:lnTo>
                <a:lnTo>
                  <a:pt x="221040" y="335452"/>
                </a:lnTo>
                <a:cubicBezTo>
                  <a:pt x="203206" y="309576"/>
                  <a:pt x="172486" y="295763"/>
                  <a:pt x="141250" y="299474"/>
                </a:cubicBezTo>
                <a:lnTo>
                  <a:pt x="129085" y="275866"/>
                </a:lnTo>
                <a:lnTo>
                  <a:pt x="349593" y="297618"/>
                </a:lnTo>
                <a:lnTo>
                  <a:pt x="351551" y="297721"/>
                </a:lnTo>
                <a:cubicBezTo>
                  <a:pt x="360520" y="297721"/>
                  <a:pt x="368355" y="291639"/>
                  <a:pt x="370623" y="282876"/>
                </a:cubicBezTo>
                <a:lnTo>
                  <a:pt x="401137" y="162571"/>
                </a:lnTo>
                <a:lnTo>
                  <a:pt x="493196" y="162571"/>
                </a:lnTo>
                <a:lnTo>
                  <a:pt x="493608" y="162675"/>
                </a:lnTo>
                <a:lnTo>
                  <a:pt x="494020" y="162571"/>
                </a:lnTo>
                <a:lnTo>
                  <a:pt x="501340" y="162571"/>
                </a:lnTo>
                <a:cubicBezTo>
                  <a:pt x="504535" y="162571"/>
                  <a:pt x="508040" y="166592"/>
                  <a:pt x="509381" y="168241"/>
                </a:cubicBezTo>
                <a:cubicBezTo>
                  <a:pt x="529586" y="193807"/>
                  <a:pt x="553812" y="227518"/>
                  <a:pt x="563709" y="241228"/>
                </a:cubicBezTo>
                <a:lnTo>
                  <a:pt x="589068" y="314937"/>
                </a:lnTo>
                <a:lnTo>
                  <a:pt x="589068" y="335555"/>
                </a:lnTo>
                <a:close/>
                <a:moveTo>
                  <a:pt x="498350" y="187931"/>
                </a:moveTo>
                <a:lnTo>
                  <a:pt x="497628" y="187004"/>
                </a:lnTo>
                <a:cubicBezTo>
                  <a:pt x="492577" y="181952"/>
                  <a:pt x="485670" y="178963"/>
                  <a:pt x="478454" y="178756"/>
                </a:cubicBezTo>
                <a:lnTo>
                  <a:pt x="438662" y="178756"/>
                </a:lnTo>
                <a:cubicBezTo>
                  <a:pt x="428765" y="178860"/>
                  <a:pt x="420724" y="187004"/>
                  <a:pt x="420827" y="196900"/>
                </a:cubicBezTo>
                <a:lnTo>
                  <a:pt x="420827" y="245352"/>
                </a:lnTo>
                <a:cubicBezTo>
                  <a:pt x="420827" y="255352"/>
                  <a:pt x="428868" y="263496"/>
                  <a:pt x="438868" y="263496"/>
                </a:cubicBezTo>
                <a:lnTo>
                  <a:pt x="522164" y="263496"/>
                </a:lnTo>
                <a:cubicBezTo>
                  <a:pt x="528452" y="263496"/>
                  <a:pt x="534328" y="259372"/>
                  <a:pt x="537112" y="252877"/>
                </a:cubicBezTo>
                <a:cubicBezTo>
                  <a:pt x="539895" y="246383"/>
                  <a:pt x="538864" y="239579"/>
                  <a:pt x="535359" y="235868"/>
                </a:cubicBezTo>
                <a:lnTo>
                  <a:pt x="498350" y="187931"/>
                </a:lnTo>
                <a:close/>
                <a:moveTo>
                  <a:pt x="444331" y="239991"/>
                </a:moveTo>
                <a:lnTo>
                  <a:pt x="444331" y="202364"/>
                </a:lnTo>
                <a:lnTo>
                  <a:pt x="478351" y="202364"/>
                </a:lnTo>
                <a:lnTo>
                  <a:pt x="480310" y="203189"/>
                </a:lnTo>
                <a:lnTo>
                  <a:pt x="508659" y="240094"/>
                </a:lnTo>
                <a:lnTo>
                  <a:pt x="444331" y="23999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341" name="Google Shape;722;p68"/>
          <p:cNvSpPr/>
          <p:nvPr/>
        </p:nvSpPr>
        <p:spPr>
          <a:xfrm>
            <a:off x="6127920" y="1161150"/>
            <a:ext cx="723960" cy="820080"/>
          </a:xfrm>
          <a:custGeom>
            <a:avLst/>
            <a:gdLst>
              <a:gd name="textAreaLeft" fmla="*/ 0 w 723960"/>
              <a:gd name="textAreaRight" fmla="*/ 726840 w 723960"/>
              <a:gd name="textAreaTop" fmla="*/ 0 h 820080"/>
              <a:gd name="textAreaBottom" fmla="*/ 822960 h 820080"/>
            </a:gdLst>
            <a:ahLst/>
            <a:cxnLst/>
            <a:rect l="textAreaLeft" t="textAreaTop" r="textAreaRight" b="textAreaBottom"/>
            <a:pathLst>
              <a:path w="556888" h="627137">
                <a:moveTo>
                  <a:pt x="278821" y="197954"/>
                </a:moveTo>
                <a:cubicBezTo>
                  <a:pt x="226246" y="197954"/>
                  <a:pt x="173052" y="215480"/>
                  <a:pt x="173052" y="248983"/>
                </a:cubicBezTo>
                <a:lnTo>
                  <a:pt x="173052" y="378154"/>
                </a:lnTo>
                <a:cubicBezTo>
                  <a:pt x="173052" y="411658"/>
                  <a:pt x="226246" y="429183"/>
                  <a:pt x="278821" y="429183"/>
                </a:cubicBezTo>
                <a:cubicBezTo>
                  <a:pt x="331397" y="429183"/>
                  <a:pt x="384591" y="411658"/>
                  <a:pt x="384591" y="378154"/>
                </a:cubicBezTo>
                <a:lnTo>
                  <a:pt x="384591" y="248880"/>
                </a:lnTo>
                <a:cubicBezTo>
                  <a:pt x="384591" y="215376"/>
                  <a:pt x="331397" y="197954"/>
                  <a:pt x="278821" y="197954"/>
                </a:cubicBezTo>
                <a:close/>
                <a:moveTo>
                  <a:pt x="360983" y="378051"/>
                </a:moveTo>
                <a:cubicBezTo>
                  <a:pt x="360983" y="387329"/>
                  <a:pt x="332015" y="405473"/>
                  <a:pt x="278821" y="405473"/>
                </a:cubicBezTo>
                <a:cubicBezTo>
                  <a:pt x="225627" y="405473"/>
                  <a:pt x="196659" y="387329"/>
                  <a:pt x="196659" y="378051"/>
                </a:cubicBezTo>
                <a:lnTo>
                  <a:pt x="196659" y="368464"/>
                </a:lnTo>
                <a:cubicBezTo>
                  <a:pt x="217071" y="380216"/>
                  <a:pt x="247998" y="386298"/>
                  <a:pt x="278821" y="386298"/>
                </a:cubicBezTo>
                <a:cubicBezTo>
                  <a:pt x="309645" y="386298"/>
                  <a:pt x="340572" y="380216"/>
                  <a:pt x="360983" y="368464"/>
                </a:cubicBezTo>
                <a:lnTo>
                  <a:pt x="360983" y="378051"/>
                </a:lnTo>
                <a:close/>
                <a:moveTo>
                  <a:pt x="360983" y="335269"/>
                </a:moveTo>
                <a:cubicBezTo>
                  <a:pt x="360983" y="344547"/>
                  <a:pt x="332015" y="362691"/>
                  <a:pt x="278821" y="362691"/>
                </a:cubicBezTo>
                <a:cubicBezTo>
                  <a:pt x="225627" y="362691"/>
                  <a:pt x="196659" y="344547"/>
                  <a:pt x="196659" y="335269"/>
                </a:cubicBezTo>
                <a:lnTo>
                  <a:pt x="196659" y="323723"/>
                </a:lnTo>
                <a:cubicBezTo>
                  <a:pt x="217071" y="335475"/>
                  <a:pt x="247998" y="341557"/>
                  <a:pt x="278821" y="341557"/>
                </a:cubicBezTo>
                <a:cubicBezTo>
                  <a:pt x="309645" y="341557"/>
                  <a:pt x="340572" y="335475"/>
                  <a:pt x="360983" y="323723"/>
                </a:cubicBezTo>
                <a:lnTo>
                  <a:pt x="360983" y="335269"/>
                </a:lnTo>
                <a:close/>
                <a:moveTo>
                  <a:pt x="360983" y="290528"/>
                </a:moveTo>
                <a:cubicBezTo>
                  <a:pt x="360983" y="299806"/>
                  <a:pt x="332015" y="317950"/>
                  <a:pt x="278821" y="317950"/>
                </a:cubicBezTo>
                <a:cubicBezTo>
                  <a:pt x="225627" y="317950"/>
                  <a:pt x="196659" y="299806"/>
                  <a:pt x="196659" y="290528"/>
                </a:cubicBezTo>
                <a:lnTo>
                  <a:pt x="196659" y="282075"/>
                </a:lnTo>
                <a:cubicBezTo>
                  <a:pt x="217071" y="293827"/>
                  <a:pt x="247998" y="299909"/>
                  <a:pt x="278821" y="299909"/>
                </a:cubicBezTo>
                <a:cubicBezTo>
                  <a:pt x="309645" y="299909"/>
                  <a:pt x="340572" y="293827"/>
                  <a:pt x="360983" y="282075"/>
                </a:cubicBezTo>
                <a:lnTo>
                  <a:pt x="360983" y="290528"/>
                </a:lnTo>
                <a:close/>
                <a:moveTo>
                  <a:pt x="278821" y="276302"/>
                </a:moveTo>
                <a:lnTo>
                  <a:pt x="278821" y="276302"/>
                </a:lnTo>
                <a:cubicBezTo>
                  <a:pt x="225627" y="276302"/>
                  <a:pt x="196659" y="258262"/>
                  <a:pt x="196659" y="248880"/>
                </a:cubicBezTo>
                <a:cubicBezTo>
                  <a:pt x="196659" y="239499"/>
                  <a:pt x="225730" y="221459"/>
                  <a:pt x="278821" y="221459"/>
                </a:cubicBezTo>
                <a:cubicBezTo>
                  <a:pt x="332015" y="221459"/>
                  <a:pt x="360983" y="239602"/>
                  <a:pt x="360983" y="248880"/>
                </a:cubicBezTo>
                <a:cubicBezTo>
                  <a:pt x="360983" y="258158"/>
                  <a:pt x="332015" y="276302"/>
                  <a:pt x="278821" y="276302"/>
                </a:cubicBezTo>
                <a:close/>
                <a:moveTo>
                  <a:pt x="531905" y="402792"/>
                </a:moveTo>
                <a:lnTo>
                  <a:pt x="531905" y="402792"/>
                </a:lnTo>
                <a:cubicBezTo>
                  <a:pt x="512215" y="391246"/>
                  <a:pt x="487164" y="394854"/>
                  <a:pt x="471495" y="411452"/>
                </a:cubicBezTo>
                <a:lnTo>
                  <a:pt x="452939" y="400731"/>
                </a:lnTo>
                <a:cubicBezTo>
                  <a:pt x="480979" y="345887"/>
                  <a:pt x="481082" y="281044"/>
                  <a:pt x="453454" y="225995"/>
                </a:cubicBezTo>
                <a:lnTo>
                  <a:pt x="471495" y="215480"/>
                </a:lnTo>
                <a:cubicBezTo>
                  <a:pt x="477680" y="222077"/>
                  <a:pt x="485618" y="226716"/>
                  <a:pt x="494381" y="229087"/>
                </a:cubicBezTo>
                <a:cubicBezTo>
                  <a:pt x="507060" y="232489"/>
                  <a:pt x="520565" y="230737"/>
                  <a:pt x="532008" y="224036"/>
                </a:cubicBezTo>
                <a:cubicBezTo>
                  <a:pt x="555719" y="210428"/>
                  <a:pt x="563966" y="180120"/>
                  <a:pt x="550255" y="156409"/>
                </a:cubicBezTo>
                <a:cubicBezTo>
                  <a:pt x="536647" y="132699"/>
                  <a:pt x="506339" y="124452"/>
                  <a:pt x="482628" y="138163"/>
                </a:cubicBezTo>
                <a:cubicBezTo>
                  <a:pt x="462732" y="149606"/>
                  <a:pt x="453351" y="173110"/>
                  <a:pt x="459743" y="195068"/>
                </a:cubicBezTo>
                <a:lnTo>
                  <a:pt x="441702" y="205583"/>
                </a:lnTo>
                <a:cubicBezTo>
                  <a:pt x="407889" y="154348"/>
                  <a:pt x="351911" y="121978"/>
                  <a:pt x="290573" y="118267"/>
                </a:cubicBezTo>
                <a:lnTo>
                  <a:pt x="290573" y="97649"/>
                </a:lnTo>
                <a:cubicBezTo>
                  <a:pt x="317170" y="91154"/>
                  <a:pt x="333459" y="64351"/>
                  <a:pt x="326861" y="37754"/>
                </a:cubicBezTo>
                <a:cubicBezTo>
                  <a:pt x="320366" y="11157"/>
                  <a:pt x="293563" y="-5131"/>
                  <a:pt x="266966" y="1467"/>
                </a:cubicBezTo>
                <a:cubicBezTo>
                  <a:pt x="240369" y="7961"/>
                  <a:pt x="224081" y="34764"/>
                  <a:pt x="230679" y="61361"/>
                </a:cubicBezTo>
                <a:cubicBezTo>
                  <a:pt x="235112" y="79299"/>
                  <a:pt x="249029" y="93319"/>
                  <a:pt x="266966" y="97649"/>
                </a:cubicBezTo>
                <a:lnTo>
                  <a:pt x="266966" y="118163"/>
                </a:lnTo>
                <a:cubicBezTo>
                  <a:pt x="205628" y="121875"/>
                  <a:pt x="149651" y="154245"/>
                  <a:pt x="115837" y="205583"/>
                </a:cubicBezTo>
                <a:lnTo>
                  <a:pt x="97900" y="195171"/>
                </a:lnTo>
                <a:cubicBezTo>
                  <a:pt x="105735" y="168677"/>
                  <a:pt x="90581" y="140843"/>
                  <a:pt x="64087" y="133111"/>
                </a:cubicBezTo>
                <a:cubicBezTo>
                  <a:pt x="37593" y="125380"/>
                  <a:pt x="9759" y="140431"/>
                  <a:pt x="2027" y="166925"/>
                </a:cubicBezTo>
                <a:cubicBezTo>
                  <a:pt x="-5705" y="193418"/>
                  <a:pt x="9346" y="221253"/>
                  <a:pt x="35840" y="228984"/>
                </a:cubicBezTo>
                <a:cubicBezTo>
                  <a:pt x="53778" y="234242"/>
                  <a:pt x="73159" y="229087"/>
                  <a:pt x="86148" y="215583"/>
                </a:cubicBezTo>
                <a:lnTo>
                  <a:pt x="104188" y="226098"/>
                </a:lnTo>
                <a:cubicBezTo>
                  <a:pt x="76457" y="281044"/>
                  <a:pt x="76664" y="345990"/>
                  <a:pt x="104704" y="400834"/>
                </a:cubicBezTo>
                <a:lnTo>
                  <a:pt x="86148" y="411555"/>
                </a:lnTo>
                <a:cubicBezTo>
                  <a:pt x="67179" y="391865"/>
                  <a:pt x="35840" y="391143"/>
                  <a:pt x="16047" y="410112"/>
                </a:cubicBezTo>
                <a:cubicBezTo>
                  <a:pt x="-3746" y="429080"/>
                  <a:pt x="-4364" y="460419"/>
                  <a:pt x="14604" y="480212"/>
                </a:cubicBezTo>
                <a:cubicBezTo>
                  <a:pt x="33572" y="500005"/>
                  <a:pt x="64911" y="500624"/>
                  <a:pt x="84705" y="481655"/>
                </a:cubicBezTo>
                <a:cubicBezTo>
                  <a:pt x="98003" y="468872"/>
                  <a:pt x="103158" y="449698"/>
                  <a:pt x="97900" y="431967"/>
                </a:cubicBezTo>
                <a:lnTo>
                  <a:pt x="116456" y="421245"/>
                </a:lnTo>
                <a:cubicBezTo>
                  <a:pt x="150372" y="471965"/>
                  <a:pt x="206040" y="503923"/>
                  <a:pt x="266966" y="507634"/>
                </a:cubicBezTo>
                <a:lnTo>
                  <a:pt x="266966" y="529489"/>
                </a:lnTo>
                <a:cubicBezTo>
                  <a:pt x="240369" y="535983"/>
                  <a:pt x="224081" y="562787"/>
                  <a:pt x="230679" y="589384"/>
                </a:cubicBezTo>
                <a:cubicBezTo>
                  <a:pt x="237173" y="615981"/>
                  <a:pt x="263976" y="632269"/>
                  <a:pt x="290573" y="625671"/>
                </a:cubicBezTo>
                <a:cubicBezTo>
                  <a:pt x="317170" y="619176"/>
                  <a:pt x="333459" y="592373"/>
                  <a:pt x="326861" y="565776"/>
                </a:cubicBezTo>
                <a:cubicBezTo>
                  <a:pt x="322428" y="547839"/>
                  <a:pt x="308511" y="533819"/>
                  <a:pt x="290573" y="529489"/>
                </a:cubicBezTo>
                <a:lnTo>
                  <a:pt x="290573" y="507634"/>
                </a:lnTo>
                <a:cubicBezTo>
                  <a:pt x="351499" y="503923"/>
                  <a:pt x="407167" y="471965"/>
                  <a:pt x="441083" y="421245"/>
                </a:cubicBezTo>
                <a:lnTo>
                  <a:pt x="459639" y="431967"/>
                </a:lnTo>
                <a:cubicBezTo>
                  <a:pt x="452011" y="458254"/>
                  <a:pt x="467165" y="485676"/>
                  <a:pt x="493350" y="493305"/>
                </a:cubicBezTo>
                <a:cubicBezTo>
                  <a:pt x="519637" y="500933"/>
                  <a:pt x="547059" y="485779"/>
                  <a:pt x="554688" y="459594"/>
                </a:cubicBezTo>
                <a:cubicBezTo>
                  <a:pt x="561079" y="437533"/>
                  <a:pt x="551698" y="414235"/>
                  <a:pt x="531905" y="402792"/>
                </a:cubicBezTo>
                <a:close/>
                <a:moveTo>
                  <a:pt x="498092" y="165688"/>
                </a:moveTo>
                <a:cubicBezTo>
                  <a:pt x="506751" y="160636"/>
                  <a:pt x="517782" y="163626"/>
                  <a:pt x="522833" y="172285"/>
                </a:cubicBezTo>
                <a:cubicBezTo>
                  <a:pt x="527884" y="180945"/>
                  <a:pt x="524895" y="191975"/>
                  <a:pt x="516235" y="197027"/>
                </a:cubicBezTo>
                <a:cubicBezTo>
                  <a:pt x="512112" y="199501"/>
                  <a:pt x="507060" y="200119"/>
                  <a:pt x="502421" y="198882"/>
                </a:cubicBezTo>
                <a:lnTo>
                  <a:pt x="502525" y="198882"/>
                </a:lnTo>
                <a:cubicBezTo>
                  <a:pt x="497886" y="197645"/>
                  <a:pt x="493968" y="194656"/>
                  <a:pt x="491494" y="190429"/>
                </a:cubicBezTo>
                <a:cubicBezTo>
                  <a:pt x="486443" y="181769"/>
                  <a:pt x="489432" y="170636"/>
                  <a:pt x="498092" y="165688"/>
                </a:cubicBezTo>
                <a:close/>
                <a:moveTo>
                  <a:pt x="66045" y="189913"/>
                </a:moveTo>
                <a:cubicBezTo>
                  <a:pt x="61200" y="198676"/>
                  <a:pt x="50170" y="201769"/>
                  <a:pt x="41407" y="196924"/>
                </a:cubicBezTo>
                <a:cubicBezTo>
                  <a:pt x="41201" y="196820"/>
                  <a:pt x="40995" y="196717"/>
                  <a:pt x="40892" y="196614"/>
                </a:cubicBezTo>
                <a:cubicBezTo>
                  <a:pt x="32335" y="191460"/>
                  <a:pt x="29552" y="180326"/>
                  <a:pt x="34706" y="171770"/>
                </a:cubicBezTo>
                <a:cubicBezTo>
                  <a:pt x="39861" y="163213"/>
                  <a:pt x="50994" y="160430"/>
                  <a:pt x="59551" y="165584"/>
                </a:cubicBezTo>
                <a:cubicBezTo>
                  <a:pt x="67901" y="170636"/>
                  <a:pt x="70788" y="181460"/>
                  <a:pt x="66045" y="189913"/>
                </a:cubicBezTo>
                <a:close/>
                <a:moveTo>
                  <a:pt x="59551" y="461347"/>
                </a:moveTo>
                <a:cubicBezTo>
                  <a:pt x="50891" y="466398"/>
                  <a:pt x="39861" y="463409"/>
                  <a:pt x="34809" y="454749"/>
                </a:cubicBezTo>
                <a:cubicBezTo>
                  <a:pt x="29758" y="446090"/>
                  <a:pt x="32748" y="435059"/>
                  <a:pt x="41407" y="430008"/>
                </a:cubicBezTo>
                <a:cubicBezTo>
                  <a:pt x="44191" y="428358"/>
                  <a:pt x="47283" y="427534"/>
                  <a:pt x="50479" y="427534"/>
                </a:cubicBezTo>
                <a:cubicBezTo>
                  <a:pt x="52025" y="427534"/>
                  <a:pt x="53675" y="427740"/>
                  <a:pt x="55221" y="428152"/>
                </a:cubicBezTo>
                <a:lnTo>
                  <a:pt x="55221" y="428152"/>
                </a:lnTo>
                <a:cubicBezTo>
                  <a:pt x="59860" y="429389"/>
                  <a:pt x="63778" y="432379"/>
                  <a:pt x="66252" y="436606"/>
                </a:cubicBezTo>
                <a:cubicBezTo>
                  <a:pt x="71200" y="445265"/>
                  <a:pt x="68210" y="456296"/>
                  <a:pt x="59551" y="461347"/>
                </a:cubicBezTo>
                <a:close/>
                <a:moveTo>
                  <a:pt x="260678" y="49712"/>
                </a:moveTo>
                <a:cubicBezTo>
                  <a:pt x="260678" y="39713"/>
                  <a:pt x="268822" y="31569"/>
                  <a:pt x="278821" y="31569"/>
                </a:cubicBezTo>
                <a:cubicBezTo>
                  <a:pt x="288821" y="31569"/>
                  <a:pt x="296965" y="39713"/>
                  <a:pt x="296965" y="49712"/>
                </a:cubicBezTo>
                <a:cubicBezTo>
                  <a:pt x="296965" y="59712"/>
                  <a:pt x="288821" y="67856"/>
                  <a:pt x="278821" y="67856"/>
                </a:cubicBezTo>
                <a:cubicBezTo>
                  <a:pt x="268822" y="67753"/>
                  <a:pt x="260678" y="59712"/>
                  <a:pt x="260678" y="49712"/>
                </a:cubicBezTo>
                <a:close/>
                <a:moveTo>
                  <a:pt x="296862" y="577322"/>
                </a:moveTo>
                <a:cubicBezTo>
                  <a:pt x="296862" y="587322"/>
                  <a:pt x="288718" y="595466"/>
                  <a:pt x="278718" y="595466"/>
                </a:cubicBezTo>
                <a:cubicBezTo>
                  <a:pt x="268719" y="595466"/>
                  <a:pt x="260575" y="587322"/>
                  <a:pt x="260575" y="577322"/>
                </a:cubicBezTo>
                <a:cubicBezTo>
                  <a:pt x="260575" y="567323"/>
                  <a:pt x="268822" y="559178"/>
                  <a:pt x="278821" y="559178"/>
                </a:cubicBezTo>
                <a:cubicBezTo>
                  <a:pt x="288821" y="559178"/>
                  <a:pt x="296862" y="567323"/>
                  <a:pt x="296862" y="577322"/>
                </a:cubicBezTo>
                <a:close/>
                <a:moveTo>
                  <a:pt x="278821" y="468769"/>
                </a:moveTo>
                <a:cubicBezTo>
                  <a:pt x="192845" y="468769"/>
                  <a:pt x="122848" y="398772"/>
                  <a:pt x="122848" y="312796"/>
                </a:cubicBezTo>
                <a:cubicBezTo>
                  <a:pt x="122848" y="226819"/>
                  <a:pt x="192845" y="156822"/>
                  <a:pt x="278821" y="156822"/>
                </a:cubicBezTo>
                <a:cubicBezTo>
                  <a:pt x="364798" y="156822"/>
                  <a:pt x="434692" y="226819"/>
                  <a:pt x="434692" y="312796"/>
                </a:cubicBezTo>
                <a:cubicBezTo>
                  <a:pt x="434692" y="398772"/>
                  <a:pt x="364798" y="468769"/>
                  <a:pt x="278821" y="468769"/>
                </a:cubicBezTo>
                <a:close/>
                <a:moveTo>
                  <a:pt x="511803" y="463203"/>
                </a:moveTo>
                <a:cubicBezTo>
                  <a:pt x="502112" y="465780"/>
                  <a:pt x="492216" y="460007"/>
                  <a:pt x="489638" y="450316"/>
                </a:cubicBezTo>
                <a:cubicBezTo>
                  <a:pt x="487061" y="440626"/>
                  <a:pt x="492834" y="430730"/>
                  <a:pt x="502525" y="428152"/>
                </a:cubicBezTo>
                <a:cubicBezTo>
                  <a:pt x="504071" y="427740"/>
                  <a:pt x="505617" y="427534"/>
                  <a:pt x="507267" y="427534"/>
                </a:cubicBezTo>
                <a:cubicBezTo>
                  <a:pt x="510462" y="427534"/>
                  <a:pt x="513555" y="428358"/>
                  <a:pt x="516338" y="430008"/>
                </a:cubicBezTo>
                <a:cubicBezTo>
                  <a:pt x="520462" y="432379"/>
                  <a:pt x="523555" y="436399"/>
                  <a:pt x="524792" y="441038"/>
                </a:cubicBezTo>
                <a:cubicBezTo>
                  <a:pt x="527266" y="450729"/>
                  <a:pt x="521493" y="460625"/>
                  <a:pt x="511803" y="463203"/>
                </a:cubicBezTo>
                <a:close/>
              </a:path>
            </a:pathLst>
          </a:custGeom>
          <a:solidFill>
            <a:srgbClr val="2CB5E8"/>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342" name="Google Shape;723;p68"/>
          <p:cNvSpPr/>
          <p:nvPr/>
        </p:nvSpPr>
        <p:spPr>
          <a:xfrm>
            <a:off x="365760" y="2027310"/>
            <a:ext cx="2657520" cy="4590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15000"/>
              </a:lnSpc>
              <a:spcAft>
                <a:spcPts val="1001"/>
              </a:spcAft>
              <a:tabLst>
                <a:tab pos="0" algn="l"/>
              </a:tabLst>
            </a:pPr>
            <a:r>
              <a:rPr lang="en" sz="1800" b="1" u="none" strike="noStrike">
                <a:solidFill>
                  <a:schemeClr val="dk2"/>
                </a:solidFill>
                <a:effectLst/>
                <a:uFillTx/>
                <a:latin typeface="Arial"/>
                <a:ea typeface="Arial"/>
              </a:rPr>
              <a:t>Paragraph Title</a:t>
            </a:r>
            <a:endParaRPr lang="en-GB" sz="1800" b="0" u="none" strike="noStrike">
              <a:solidFill>
                <a:srgbClr val="000000"/>
              </a:solidFill>
              <a:effectLst/>
              <a:uFillTx/>
              <a:latin typeface="Arial"/>
            </a:endParaRPr>
          </a:p>
        </p:txBody>
      </p:sp>
      <p:sp>
        <p:nvSpPr>
          <p:cNvPr id="343" name="Google Shape;724;p68"/>
          <p:cNvSpPr/>
          <p:nvPr/>
        </p:nvSpPr>
        <p:spPr>
          <a:xfrm>
            <a:off x="3169080" y="2027310"/>
            <a:ext cx="2794680" cy="4590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15000"/>
              </a:lnSpc>
              <a:spcAft>
                <a:spcPts val="1001"/>
              </a:spcAft>
              <a:tabLst>
                <a:tab pos="0" algn="l"/>
              </a:tabLst>
            </a:pPr>
            <a:r>
              <a:rPr lang="en" sz="1800" b="1" u="none" strike="noStrike">
                <a:solidFill>
                  <a:schemeClr val="dk2"/>
                </a:solidFill>
                <a:effectLst/>
                <a:uFillTx/>
                <a:latin typeface="Arial"/>
                <a:ea typeface="Arial"/>
              </a:rPr>
              <a:t>Paragraph Title</a:t>
            </a:r>
            <a:endParaRPr lang="en-GB" sz="1800" b="0" u="none" strike="noStrike">
              <a:solidFill>
                <a:srgbClr val="000000"/>
              </a:solidFill>
              <a:effectLst/>
              <a:uFillTx/>
              <a:latin typeface="Arial"/>
            </a:endParaRPr>
          </a:p>
        </p:txBody>
      </p:sp>
      <p:sp>
        <p:nvSpPr>
          <p:cNvPr id="344" name="Google Shape;725;p68"/>
          <p:cNvSpPr/>
          <p:nvPr/>
        </p:nvSpPr>
        <p:spPr>
          <a:xfrm>
            <a:off x="6127920" y="2027310"/>
            <a:ext cx="2657520" cy="4590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15000"/>
              </a:lnSpc>
              <a:spcAft>
                <a:spcPts val="1001"/>
              </a:spcAft>
              <a:tabLst>
                <a:tab pos="0" algn="l"/>
              </a:tabLst>
            </a:pPr>
            <a:r>
              <a:rPr lang="en" sz="1800" b="1" u="none" strike="noStrike">
                <a:solidFill>
                  <a:schemeClr val="dk2"/>
                </a:solidFill>
                <a:effectLst/>
                <a:uFillTx/>
                <a:latin typeface="Arial"/>
                <a:ea typeface="Arial"/>
              </a:rPr>
              <a:t>Paragraph Title</a:t>
            </a:r>
            <a:endParaRPr lang="en-GB" sz="1800" b="0" u="none" strike="noStrike">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 name="PlaceHolder 1"/>
          <p:cNvSpPr>
            <a:spLocks noGrp="1"/>
          </p:cNvSpPr>
          <p:nvPr>
            <p:ph type="title"/>
          </p:nvPr>
        </p:nvSpPr>
        <p:spPr>
          <a:xfrm>
            <a:off x="365760" y="274320"/>
            <a:ext cx="834552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Four Column Layout w/ Big Numbers</a:t>
            </a:r>
            <a:endParaRPr lang="en-GB" sz="2600" b="0" u="none" strike="noStrike">
              <a:solidFill>
                <a:srgbClr val="000000"/>
              </a:solidFill>
              <a:effectLst/>
              <a:uFillTx/>
              <a:latin typeface="Arial"/>
            </a:endParaRPr>
          </a:p>
        </p:txBody>
      </p:sp>
      <p:sp>
        <p:nvSpPr>
          <p:cNvPr id="346" name="PlaceHolder 2"/>
          <p:cNvSpPr>
            <a:spLocks noGrp="1"/>
          </p:cNvSpPr>
          <p:nvPr>
            <p:ph/>
          </p:nvPr>
        </p:nvSpPr>
        <p:spPr>
          <a:xfrm>
            <a:off x="365760" y="1371600"/>
            <a:ext cx="1917360" cy="2906373"/>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400" b="0" u="none" strike="noStrike" dirty="0">
              <a:solidFill>
                <a:srgbClr val="000000"/>
              </a:solidFill>
              <a:effectLst/>
              <a:uFillTx/>
              <a:latin typeface="Arial"/>
            </a:endParaRPr>
          </a:p>
          <a:p>
            <a:pPr indent="0">
              <a:lnSpc>
                <a:spcPct val="115000"/>
              </a:lnSpc>
              <a:spcBef>
                <a:spcPts val="1001"/>
              </a:spcBef>
              <a:buNone/>
              <a:tabLst>
                <a:tab pos="0" algn="l"/>
              </a:tabLst>
            </a:pPr>
            <a:endParaRPr lang="en-GB" sz="1400" b="0" u="none" strike="noStrike" dirty="0">
              <a:solidFill>
                <a:srgbClr val="000000"/>
              </a:solidFill>
              <a:effectLst/>
              <a:uFillTx/>
              <a:latin typeface="Arial"/>
            </a:endParaRPr>
          </a:p>
          <a:p>
            <a:pPr indent="0">
              <a:lnSpc>
                <a:spcPct val="115000"/>
              </a:lnSpc>
              <a:spcBef>
                <a:spcPts val="1001"/>
              </a:spcBef>
              <a:spcAft>
                <a:spcPts val="1001"/>
              </a:spcAft>
              <a:buNone/>
              <a:tabLst>
                <a:tab pos="0" algn="l"/>
              </a:tabLst>
            </a:pPr>
            <a:r>
              <a:rPr lang="en" sz="1400" b="0" u="none" strike="noStrike" dirty="0">
                <a:solidFill>
                  <a:srgbClr val="5B5B5B"/>
                </a:solidFill>
                <a:effectLst/>
                <a:uFillTx/>
                <a:latin typeface="Arial"/>
                <a:ea typeface="Arial"/>
              </a:rPr>
              <a:t>Lorem ipsum dolor sit </a:t>
            </a:r>
            <a:r>
              <a:rPr lang="en" sz="1400" b="0" u="none" strike="noStrike" dirty="0" err="1">
                <a:solidFill>
                  <a:srgbClr val="5B5B5B"/>
                </a:solidFill>
                <a:effectLst/>
                <a:uFillTx/>
                <a:latin typeface="Arial"/>
                <a:ea typeface="Arial"/>
              </a:rPr>
              <a:t>amet</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consectetur</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adipiscing</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elit</a:t>
            </a:r>
            <a:r>
              <a:rPr lang="en" sz="1400" b="0" u="none" strike="noStrike" dirty="0">
                <a:solidFill>
                  <a:srgbClr val="5B5B5B"/>
                </a:solidFill>
                <a:effectLst/>
                <a:uFillTx/>
                <a:latin typeface="Arial"/>
                <a:ea typeface="Arial"/>
              </a:rPr>
              <a:t>, sed do </a:t>
            </a:r>
            <a:r>
              <a:rPr lang="en" sz="1400" b="0" u="none" strike="noStrike" dirty="0" err="1">
                <a:solidFill>
                  <a:srgbClr val="5B5B5B"/>
                </a:solidFill>
                <a:effectLst/>
                <a:uFillTx/>
                <a:latin typeface="Arial"/>
                <a:ea typeface="Arial"/>
              </a:rPr>
              <a:t>eiusmod</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tempor</a:t>
            </a:r>
            <a:r>
              <a:rPr lang="en" sz="1400" b="0" u="none" strike="noStrike" dirty="0">
                <a:solidFill>
                  <a:srgbClr val="5B5B5B"/>
                </a:solidFill>
                <a:effectLst/>
                <a:uFillTx/>
                <a:latin typeface="Arial"/>
                <a:ea typeface="Arial"/>
              </a:rPr>
              <a:t> ed </a:t>
            </a:r>
            <a:r>
              <a:rPr lang="en" sz="1400" b="0" u="none" strike="noStrike" dirty="0" err="1">
                <a:solidFill>
                  <a:srgbClr val="5B5B5B"/>
                </a:solidFill>
                <a:effectLst/>
                <a:uFillTx/>
                <a:latin typeface="Arial"/>
                <a:ea typeface="Arial"/>
              </a:rPr>
              <a:t>incididunt</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ut</a:t>
            </a:r>
            <a:r>
              <a:rPr lang="en" sz="1400" b="0" u="none" strike="noStrike" dirty="0">
                <a:solidFill>
                  <a:srgbClr val="5B5B5B"/>
                </a:solidFill>
                <a:effectLst/>
                <a:uFillTx/>
                <a:latin typeface="Arial"/>
                <a:ea typeface="Arial"/>
              </a:rPr>
              <a:t> labore et dolore magna </a:t>
            </a:r>
            <a:r>
              <a:rPr lang="en" sz="1400" b="0" u="none" strike="noStrike" dirty="0" err="1">
                <a:solidFill>
                  <a:srgbClr val="5B5B5B"/>
                </a:solidFill>
                <a:effectLst/>
                <a:uFillTx/>
                <a:latin typeface="Arial"/>
                <a:ea typeface="Arial"/>
              </a:rPr>
              <a:t>aliqua</a:t>
            </a:r>
            <a:r>
              <a:rPr lang="en" sz="1400" b="0" u="none" strike="noStrike" dirty="0">
                <a:solidFill>
                  <a:srgbClr val="5B5B5B"/>
                </a:solidFill>
                <a:effectLst/>
                <a:uFillTx/>
                <a:latin typeface="Arial"/>
                <a:ea typeface="Arial"/>
              </a:rPr>
              <a:t>.</a:t>
            </a:r>
          </a:p>
          <a:p>
            <a:pPr indent="0">
              <a:lnSpc>
                <a:spcPct val="115000"/>
              </a:lnSpc>
              <a:spcBef>
                <a:spcPts val="1001"/>
              </a:spcBef>
              <a:spcAft>
                <a:spcPts val="1001"/>
              </a:spcAft>
              <a:buNone/>
              <a:tabLst>
                <a:tab pos="0" algn="l"/>
              </a:tabLst>
            </a:pPr>
            <a:r>
              <a:rPr lang="en" sz="1400" b="0" u="none" strike="noStrike" dirty="0">
                <a:solidFill>
                  <a:srgbClr val="5B5B5B"/>
                </a:solidFill>
                <a:effectLst/>
                <a:uFillTx/>
                <a:latin typeface="Arial"/>
                <a:ea typeface="Arial"/>
              </a:rPr>
              <a:t> </a:t>
            </a:r>
            <a:endParaRPr lang="en-GB" sz="1400" b="0" u="none" strike="noStrike" dirty="0">
              <a:solidFill>
                <a:srgbClr val="000000"/>
              </a:solidFill>
              <a:effectLst/>
              <a:uFillTx/>
              <a:latin typeface="Arial"/>
            </a:endParaRPr>
          </a:p>
        </p:txBody>
      </p:sp>
      <p:sp>
        <p:nvSpPr>
          <p:cNvPr id="347" name="PlaceHolder 3"/>
          <p:cNvSpPr>
            <a:spLocks noGrp="1"/>
          </p:cNvSpPr>
          <p:nvPr>
            <p:ph/>
          </p:nvPr>
        </p:nvSpPr>
        <p:spPr>
          <a:xfrm>
            <a:off x="2459520" y="1371600"/>
            <a:ext cx="1917360" cy="1671120"/>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400" b="0" u="none" strike="noStrike" dirty="0">
              <a:solidFill>
                <a:srgbClr val="000000"/>
              </a:solidFill>
              <a:effectLst/>
              <a:uFillTx/>
              <a:latin typeface="Arial"/>
            </a:endParaRPr>
          </a:p>
          <a:p>
            <a:pPr indent="0">
              <a:lnSpc>
                <a:spcPct val="115000"/>
              </a:lnSpc>
              <a:spcBef>
                <a:spcPts val="1001"/>
              </a:spcBef>
              <a:buNone/>
              <a:tabLst>
                <a:tab pos="0" algn="l"/>
              </a:tabLst>
            </a:pPr>
            <a:endParaRPr lang="en-GB" sz="1400" b="0" u="none" strike="noStrike" dirty="0">
              <a:solidFill>
                <a:srgbClr val="000000"/>
              </a:solidFill>
              <a:effectLst/>
              <a:uFillTx/>
              <a:latin typeface="Arial"/>
            </a:endParaRPr>
          </a:p>
          <a:p>
            <a:pPr indent="0">
              <a:lnSpc>
                <a:spcPct val="115000"/>
              </a:lnSpc>
              <a:spcBef>
                <a:spcPts val="1001"/>
              </a:spcBef>
              <a:spcAft>
                <a:spcPts val="1001"/>
              </a:spcAft>
              <a:buNone/>
              <a:tabLst>
                <a:tab pos="0" algn="l"/>
              </a:tabLst>
            </a:pPr>
            <a:r>
              <a:rPr lang="en" sz="1400" b="0" u="none" strike="noStrike" dirty="0">
                <a:solidFill>
                  <a:srgbClr val="5B5B5B"/>
                </a:solidFill>
                <a:effectLst/>
                <a:uFillTx/>
                <a:latin typeface="Arial"/>
                <a:ea typeface="Arial"/>
              </a:rPr>
              <a:t>Lorem ipsum dolor sit </a:t>
            </a:r>
            <a:r>
              <a:rPr lang="en" sz="1400" b="0" u="none" strike="noStrike" dirty="0" err="1">
                <a:solidFill>
                  <a:srgbClr val="5B5B5B"/>
                </a:solidFill>
                <a:effectLst/>
                <a:uFillTx/>
                <a:latin typeface="Arial"/>
                <a:ea typeface="Arial"/>
              </a:rPr>
              <a:t>amet</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consectetur</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adipiscing</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elit</a:t>
            </a:r>
            <a:r>
              <a:rPr lang="en" sz="1400" b="0" u="none" strike="noStrike" dirty="0">
                <a:solidFill>
                  <a:srgbClr val="5B5B5B"/>
                </a:solidFill>
                <a:effectLst/>
                <a:uFillTx/>
                <a:latin typeface="Arial"/>
                <a:ea typeface="Arial"/>
              </a:rPr>
              <a:t>, sed do </a:t>
            </a:r>
            <a:r>
              <a:rPr lang="en" sz="1400" b="0" u="none" strike="noStrike" dirty="0" err="1">
                <a:solidFill>
                  <a:srgbClr val="5B5B5B"/>
                </a:solidFill>
                <a:effectLst/>
                <a:uFillTx/>
                <a:latin typeface="Arial"/>
                <a:ea typeface="Arial"/>
              </a:rPr>
              <a:t>eiusmod</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tempor</a:t>
            </a:r>
            <a:r>
              <a:rPr lang="en" sz="1400" b="0" u="none" strike="noStrike" dirty="0">
                <a:solidFill>
                  <a:srgbClr val="5B5B5B"/>
                </a:solidFill>
                <a:effectLst/>
                <a:uFillTx/>
                <a:latin typeface="Arial"/>
                <a:ea typeface="Arial"/>
              </a:rPr>
              <a:t> ed </a:t>
            </a:r>
            <a:r>
              <a:rPr lang="en" sz="1400" b="0" u="none" strike="noStrike" dirty="0" err="1">
                <a:solidFill>
                  <a:srgbClr val="5B5B5B"/>
                </a:solidFill>
                <a:effectLst/>
                <a:uFillTx/>
                <a:latin typeface="Arial"/>
                <a:ea typeface="Arial"/>
              </a:rPr>
              <a:t>incididunt</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ut</a:t>
            </a:r>
            <a:r>
              <a:rPr lang="en" sz="1400" b="0" u="none" strike="noStrike" dirty="0">
                <a:solidFill>
                  <a:srgbClr val="5B5B5B"/>
                </a:solidFill>
                <a:effectLst/>
                <a:uFillTx/>
                <a:latin typeface="Arial"/>
                <a:ea typeface="Arial"/>
              </a:rPr>
              <a:t> labore et dolore magna </a:t>
            </a:r>
            <a:r>
              <a:rPr lang="en" sz="1400" b="0" u="none" strike="noStrike" dirty="0" err="1">
                <a:solidFill>
                  <a:srgbClr val="5B5B5B"/>
                </a:solidFill>
                <a:effectLst/>
                <a:uFillTx/>
                <a:latin typeface="Arial"/>
                <a:ea typeface="Arial"/>
              </a:rPr>
              <a:t>aliqua</a:t>
            </a:r>
            <a:r>
              <a:rPr lang="en" sz="1400" b="0" u="none" strike="noStrike" dirty="0">
                <a:solidFill>
                  <a:srgbClr val="5B5B5B"/>
                </a:solidFill>
                <a:effectLst/>
                <a:uFillTx/>
                <a:latin typeface="Arial"/>
                <a:ea typeface="Arial"/>
              </a:rPr>
              <a:t>. </a:t>
            </a:r>
            <a:endParaRPr lang="en-GB" sz="1400" b="0" u="none" strike="noStrike" dirty="0">
              <a:solidFill>
                <a:srgbClr val="000000"/>
              </a:solidFill>
              <a:effectLst/>
              <a:uFillTx/>
              <a:latin typeface="Arial"/>
            </a:endParaRPr>
          </a:p>
        </p:txBody>
      </p:sp>
      <p:sp>
        <p:nvSpPr>
          <p:cNvPr id="348" name="PlaceHolder 4"/>
          <p:cNvSpPr>
            <a:spLocks noGrp="1"/>
          </p:cNvSpPr>
          <p:nvPr>
            <p:ph/>
          </p:nvPr>
        </p:nvSpPr>
        <p:spPr>
          <a:xfrm>
            <a:off x="4673160" y="1371600"/>
            <a:ext cx="1917360" cy="1671120"/>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400" b="0" u="none" strike="noStrike">
              <a:solidFill>
                <a:srgbClr val="000000"/>
              </a:solidFill>
              <a:effectLst/>
              <a:uFillTx/>
              <a:latin typeface="Arial"/>
            </a:endParaRPr>
          </a:p>
          <a:p>
            <a:pPr indent="0">
              <a:lnSpc>
                <a:spcPct val="115000"/>
              </a:lnSpc>
              <a:spcBef>
                <a:spcPts val="1001"/>
              </a:spcBef>
              <a:buNone/>
              <a:tabLst>
                <a:tab pos="0" algn="l"/>
              </a:tabLst>
            </a:pPr>
            <a:endParaRPr lang="en-GB" sz="1400" b="0" u="none" strike="noStrike">
              <a:solidFill>
                <a:srgbClr val="000000"/>
              </a:solidFill>
              <a:effectLst/>
              <a:uFillTx/>
              <a:latin typeface="Arial"/>
            </a:endParaRPr>
          </a:p>
          <a:p>
            <a:pPr indent="0">
              <a:lnSpc>
                <a:spcPct val="115000"/>
              </a:lnSpc>
              <a:spcBef>
                <a:spcPts val="1001"/>
              </a:spcBef>
              <a:spcAft>
                <a:spcPts val="1001"/>
              </a:spcAft>
              <a:buNone/>
              <a:tabLst>
                <a:tab pos="0" algn="l"/>
              </a:tabLst>
            </a:pPr>
            <a:r>
              <a:rPr lang="en" sz="1400" b="0" u="none" strike="noStrike">
                <a:solidFill>
                  <a:srgbClr val="5B5B5B"/>
                </a:solidFill>
                <a:effectLst/>
                <a:uFillTx/>
                <a:latin typeface="Arial"/>
                <a:ea typeface="Arial"/>
              </a:rPr>
              <a:t>Lorem ipsum dolor sit amet, consectetur adipiscing elit, sed do eiusmod tempor ed incididunt ut labore et dolore magna aliqua. </a:t>
            </a:r>
            <a:endParaRPr lang="en-GB" sz="1400" b="0" u="none" strike="noStrike">
              <a:solidFill>
                <a:srgbClr val="000000"/>
              </a:solidFill>
              <a:effectLst/>
              <a:uFillTx/>
              <a:latin typeface="Arial"/>
            </a:endParaRPr>
          </a:p>
        </p:txBody>
      </p:sp>
      <p:sp>
        <p:nvSpPr>
          <p:cNvPr id="349" name="PlaceHolder 5"/>
          <p:cNvSpPr>
            <a:spLocks noGrp="1"/>
          </p:cNvSpPr>
          <p:nvPr>
            <p:ph/>
          </p:nvPr>
        </p:nvSpPr>
        <p:spPr>
          <a:xfrm>
            <a:off x="6887160" y="1371600"/>
            <a:ext cx="1917360" cy="1671120"/>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400" b="0" u="none" strike="noStrike">
              <a:solidFill>
                <a:srgbClr val="000000"/>
              </a:solidFill>
              <a:effectLst/>
              <a:uFillTx/>
              <a:latin typeface="Arial"/>
            </a:endParaRPr>
          </a:p>
          <a:p>
            <a:pPr indent="0">
              <a:lnSpc>
                <a:spcPct val="115000"/>
              </a:lnSpc>
              <a:spcBef>
                <a:spcPts val="1001"/>
              </a:spcBef>
              <a:buNone/>
              <a:tabLst>
                <a:tab pos="0" algn="l"/>
              </a:tabLst>
            </a:pPr>
            <a:endParaRPr lang="en-GB" sz="1400" b="0" u="none" strike="noStrike">
              <a:solidFill>
                <a:srgbClr val="000000"/>
              </a:solidFill>
              <a:effectLst/>
              <a:uFillTx/>
              <a:latin typeface="Arial"/>
            </a:endParaRPr>
          </a:p>
          <a:p>
            <a:pPr indent="0">
              <a:lnSpc>
                <a:spcPct val="115000"/>
              </a:lnSpc>
              <a:spcBef>
                <a:spcPts val="1001"/>
              </a:spcBef>
              <a:spcAft>
                <a:spcPts val="1001"/>
              </a:spcAft>
              <a:buNone/>
              <a:tabLst>
                <a:tab pos="0" algn="l"/>
              </a:tabLst>
            </a:pPr>
            <a:r>
              <a:rPr lang="en" sz="1400" b="0" u="none" strike="noStrike">
                <a:solidFill>
                  <a:srgbClr val="5B5B5B"/>
                </a:solidFill>
                <a:effectLst/>
                <a:uFillTx/>
                <a:latin typeface="Arial"/>
                <a:ea typeface="Arial"/>
              </a:rPr>
              <a:t>Lorem ipsum dolor sit amet, consectetur adipiscing elit, sed do eiusmod tempor ed incididunt ut labore et dolore magna aliqua. </a:t>
            </a:r>
            <a:endParaRPr lang="en-GB" sz="1400" b="0" u="none" strike="noStrike">
              <a:solidFill>
                <a:srgbClr val="000000"/>
              </a:solidFill>
              <a:effectLst/>
              <a:uFillTx/>
              <a:latin typeface="Arial"/>
            </a:endParaRPr>
          </a:p>
        </p:txBody>
      </p:sp>
      <p:sp>
        <p:nvSpPr>
          <p:cNvPr id="350" name="Google Shape;735;p69"/>
          <p:cNvSpPr/>
          <p:nvPr/>
        </p:nvSpPr>
        <p:spPr>
          <a:xfrm>
            <a:off x="365760" y="1307160"/>
            <a:ext cx="1917360" cy="73188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r>
              <a:rPr lang="en" sz="3600" b="1" u="none" strike="noStrike">
                <a:solidFill>
                  <a:schemeClr val="accent1"/>
                </a:solidFill>
                <a:effectLst/>
                <a:uFillTx/>
                <a:latin typeface="Arial Black"/>
                <a:ea typeface="Arial Black"/>
              </a:rPr>
              <a:t>67%</a:t>
            </a:r>
            <a:endParaRPr lang="en-GB" sz="3600" b="0" u="none" strike="noStrike">
              <a:solidFill>
                <a:srgbClr val="000000"/>
              </a:solidFill>
              <a:effectLst/>
              <a:uFillTx/>
              <a:latin typeface="Arial"/>
            </a:endParaRPr>
          </a:p>
        </p:txBody>
      </p:sp>
      <p:sp>
        <p:nvSpPr>
          <p:cNvPr id="351" name="Google Shape;736;p69"/>
          <p:cNvSpPr/>
          <p:nvPr/>
        </p:nvSpPr>
        <p:spPr>
          <a:xfrm>
            <a:off x="2459520" y="1307160"/>
            <a:ext cx="2046240" cy="73116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r>
              <a:rPr lang="en" sz="3600" b="1" u="none" strike="noStrike">
                <a:solidFill>
                  <a:schemeClr val="accent1"/>
                </a:solidFill>
                <a:effectLst/>
                <a:uFillTx/>
                <a:latin typeface="Arial Black"/>
                <a:ea typeface="Arial Black"/>
              </a:rPr>
              <a:t>&gt;10M</a:t>
            </a:r>
            <a:endParaRPr lang="en-GB" sz="3600" b="0" u="none" strike="noStrike">
              <a:solidFill>
                <a:srgbClr val="000000"/>
              </a:solidFill>
              <a:effectLst/>
              <a:uFillTx/>
              <a:latin typeface="Arial"/>
            </a:endParaRPr>
          </a:p>
        </p:txBody>
      </p:sp>
      <p:sp>
        <p:nvSpPr>
          <p:cNvPr id="352" name="Google Shape;737;p69"/>
          <p:cNvSpPr/>
          <p:nvPr/>
        </p:nvSpPr>
        <p:spPr>
          <a:xfrm>
            <a:off x="4673160" y="1307160"/>
            <a:ext cx="2046240" cy="73116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r>
              <a:rPr lang="en" sz="3600" b="1" u="none" strike="noStrike">
                <a:solidFill>
                  <a:schemeClr val="accent1"/>
                </a:solidFill>
                <a:effectLst/>
                <a:uFillTx/>
                <a:latin typeface="Arial Black"/>
                <a:ea typeface="Arial Black"/>
              </a:rPr>
              <a:t>+55%</a:t>
            </a:r>
            <a:endParaRPr lang="en-GB" sz="3600" b="0" u="none" strike="noStrike">
              <a:solidFill>
                <a:srgbClr val="000000"/>
              </a:solidFill>
              <a:effectLst/>
              <a:uFillTx/>
              <a:latin typeface="Arial"/>
            </a:endParaRPr>
          </a:p>
        </p:txBody>
      </p:sp>
      <p:sp>
        <p:nvSpPr>
          <p:cNvPr id="353" name="Google Shape;738;p69"/>
          <p:cNvSpPr/>
          <p:nvPr/>
        </p:nvSpPr>
        <p:spPr>
          <a:xfrm>
            <a:off x="6886800" y="1289880"/>
            <a:ext cx="1917360" cy="73116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r>
              <a:rPr lang="en" sz="3600" b="1" u="none" strike="noStrike">
                <a:solidFill>
                  <a:schemeClr val="accent1"/>
                </a:solidFill>
                <a:effectLst/>
                <a:uFillTx/>
                <a:latin typeface="Arial Black"/>
                <a:ea typeface="Arial Black"/>
              </a:rPr>
              <a:t>110B</a:t>
            </a:r>
            <a:endParaRPr lang="en-GB" sz="3600" b="0" u="none" strike="noStrike">
              <a:solidFill>
                <a:srgbClr val="000000"/>
              </a:solidFill>
              <a:effectLst/>
              <a:uFillTx/>
              <a:latin typeface="Arial"/>
            </a:endParaRPr>
          </a:p>
        </p:txBody>
      </p:sp>
      <p:sp>
        <p:nvSpPr>
          <p:cNvPr id="354" name="PlaceHolder 6"/>
          <p:cNvSpPr>
            <a:spLocks noGrp="1"/>
          </p:cNvSpPr>
          <p:nvPr>
            <p:ph type="sldNum" idx="31"/>
          </p:nvPr>
        </p:nvSpPr>
        <p:spPr>
          <a:xfrm>
            <a:off x="8229600" y="485928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690B65D1-50C8-4DC3-BDBA-2BD49FFB7F49}" type="slidenum">
              <a:rPr lang="en" sz="600" b="0" u="none" strike="noStrike">
                <a:solidFill>
                  <a:srgbClr val="929292"/>
                </a:solidFill>
                <a:effectLst/>
                <a:uFillTx/>
                <a:latin typeface="Arial"/>
                <a:ea typeface="Arial"/>
              </a:rPr>
              <a:t>14</a:t>
            </a:fld>
            <a:endParaRPr lang="en-GB" sz="600" b="0" u="none" strike="noStrike">
              <a:solidFill>
                <a:srgbClr val="000000"/>
              </a:solidFill>
              <a:effectLst/>
              <a:uFillTx/>
              <a:latin typeface="Times New Roman"/>
            </a:endParaRPr>
          </a:p>
        </p:txBody>
      </p:sp>
      <p:sp>
        <p:nvSpPr>
          <p:cNvPr id="355" name="PlaceHolder 7"/>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Subtitle if needed</a:t>
            </a:r>
            <a:endParaRPr lang="en-GB" sz="180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 name="PlaceHolder 1"/>
          <p:cNvSpPr>
            <a:spLocks noGrp="1"/>
          </p:cNvSpPr>
          <p:nvPr>
            <p:ph type="title"/>
          </p:nvPr>
        </p:nvSpPr>
        <p:spPr>
          <a:xfrm>
            <a:off x="365760" y="274320"/>
            <a:ext cx="834552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Four Column Layout w/ Icons</a:t>
            </a:r>
            <a:endParaRPr lang="en-GB" sz="2600" b="0" u="none" strike="noStrike">
              <a:solidFill>
                <a:srgbClr val="000000"/>
              </a:solidFill>
              <a:effectLst/>
              <a:uFillTx/>
              <a:latin typeface="Arial"/>
            </a:endParaRPr>
          </a:p>
        </p:txBody>
      </p:sp>
      <p:sp>
        <p:nvSpPr>
          <p:cNvPr id="357" name="PlaceHolder 2"/>
          <p:cNvSpPr>
            <a:spLocks noGrp="1"/>
          </p:cNvSpPr>
          <p:nvPr>
            <p:ph/>
          </p:nvPr>
        </p:nvSpPr>
        <p:spPr>
          <a:xfrm>
            <a:off x="365760" y="1472090"/>
            <a:ext cx="1917360" cy="2047320"/>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400" b="0" u="none" strike="noStrike" dirty="0">
              <a:solidFill>
                <a:srgbClr val="000000"/>
              </a:solidFill>
              <a:effectLst/>
              <a:uFillTx/>
              <a:latin typeface="Arial"/>
            </a:endParaRPr>
          </a:p>
          <a:p>
            <a:pPr indent="0">
              <a:lnSpc>
                <a:spcPct val="115000"/>
              </a:lnSpc>
              <a:spcBef>
                <a:spcPts val="1001"/>
              </a:spcBef>
              <a:buNone/>
              <a:tabLst>
                <a:tab pos="0" algn="l"/>
              </a:tabLst>
            </a:pPr>
            <a:endParaRPr lang="en-GB" sz="1400" b="0" u="none" strike="noStrike" dirty="0">
              <a:solidFill>
                <a:srgbClr val="000000"/>
              </a:solidFill>
              <a:effectLst/>
              <a:uFillTx/>
              <a:latin typeface="Arial"/>
            </a:endParaRPr>
          </a:p>
          <a:p>
            <a:pPr indent="0">
              <a:lnSpc>
                <a:spcPct val="115000"/>
              </a:lnSpc>
              <a:spcBef>
                <a:spcPts val="1001"/>
              </a:spcBef>
              <a:buNone/>
              <a:tabLst>
                <a:tab pos="0" algn="l"/>
              </a:tabLst>
            </a:pPr>
            <a:endParaRPr lang="en-GB" sz="1400" b="0" u="none" strike="noStrike" dirty="0">
              <a:solidFill>
                <a:srgbClr val="000000"/>
              </a:solidFill>
              <a:effectLst/>
              <a:uFillTx/>
              <a:latin typeface="Arial"/>
            </a:endParaRPr>
          </a:p>
          <a:p>
            <a:pPr indent="0">
              <a:lnSpc>
                <a:spcPct val="115000"/>
              </a:lnSpc>
              <a:spcBef>
                <a:spcPts val="1001"/>
              </a:spcBef>
              <a:spcAft>
                <a:spcPts val="1001"/>
              </a:spcAft>
              <a:buNone/>
              <a:tabLst>
                <a:tab pos="0" algn="l"/>
              </a:tabLst>
            </a:pPr>
            <a:r>
              <a:rPr lang="en" sz="1400" b="0" u="none" strike="noStrike" dirty="0">
                <a:solidFill>
                  <a:srgbClr val="5B5B5B"/>
                </a:solidFill>
                <a:effectLst/>
                <a:uFillTx/>
                <a:latin typeface="Arial"/>
                <a:ea typeface="Arial"/>
              </a:rPr>
              <a:t>Lorem ipsum dolor sit </a:t>
            </a:r>
            <a:r>
              <a:rPr lang="en" sz="1400" b="0" u="none" strike="noStrike" dirty="0" err="1">
                <a:solidFill>
                  <a:srgbClr val="5B5B5B"/>
                </a:solidFill>
                <a:effectLst/>
                <a:uFillTx/>
                <a:latin typeface="Arial"/>
                <a:ea typeface="Arial"/>
              </a:rPr>
              <a:t>amet</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consectetur</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adipiscing</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elit</a:t>
            </a:r>
            <a:r>
              <a:rPr lang="en" sz="1400" b="0" u="none" strike="noStrike" dirty="0">
                <a:solidFill>
                  <a:srgbClr val="5B5B5B"/>
                </a:solidFill>
                <a:effectLst/>
                <a:uFillTx/>
                <a:latin typeface="Arial"/>
                <a:ea typeface="Arial"/>
              </a:rPr>
              <a:t>, sed do </a:t>
            </a:r>
            <a:r>
              <a:rPr lang="en" sz="1400" b="0" u="none" strike="noStrike" dirty="0" err="1">
                <a:solidFill>
                  <a:srgbClr val="5B5B5B"/>
                </a:solidFill>
                <a:effectLst/>
                <a:uFillTx/>
                <a:latin typeface="Arial"/>
                <a:ea typeface="Arial"/>
              </a:rPr>
              <a:t>eiusmod</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tempor</a:t>
            </a:r>
            <a:r>
              <a:rPr lang="en" sz="1400" b="0" u="none" strike="noStrike" dirty="0">
                <a:solidFill>
                  <a:srgbClr val="5B5B5B"/>
                </a:solidFill>
                <a:effectLst/>
                <a:uFillTx/>
                <a:latin typeface="Arial"/>
                <a:ea typeface="Arial"/>
              </a:rPr>
              <a:t> ed </a:t>
            </a:r>
            <a:r>
              <a:rPr lang="en" sz="1400" b="0" u="none" strike="noStrike" dirty="0" err="1">
                <a:solidFill>
                  <a:srgbClr val="5B5B5B"/>
                </a:solidFill>
                <a:effectLst/>
                <a:uFillTx/>
                <a:latin typeface="Arial"/>
                <a:ea typeface="Arial"/>
              </a:rPr>
              <a:t>incididunt</a:t>
            </a:r>
            <a:r>
              <a:rPr lang="en" sz="1400" b="0" u="none" strike="noStrike" dirty="0">
                <a:solidFill>
                  <a:srgbClr val="5B5B5B"/>
                </a:solidFill>
                <a:effectLst/>
                <a:uFillTx/>
                <a:latin typeface="Arial"/>
                <a:ea typeface="Arial"/>
              </a:rPr>
              <a:t> </a:t>
            </a:r>
            <a:r>
              <a:rPr lang="en" sz="1400" b="0" u="none" strike="noStrike" dirty="0" err="1">
                <a:solidFill>
                  <a:srgbClr val="5B5B5B"/>
                </a:solidFill>
                <a:effectLst/>
                <a:uFillTx/>
                <a:latin typeface="Arial"/>
                <a:ea typeface="Arial"/>
              </a:rPr>
              <a:t>ut</a:t>
            </a:r>
            <a:r>
              <a:rPr lang="en" sz="1400" b="0" u="none" strike="noStrike" dirty="0">
                <a:solidFill>
                  <a:srgbClr val="5B5B5B"/>
                </a:solidFill>
                <a:effectLst/>
                <a:uFillTx/>
                <a:latin typeface="Arial"/>
                <a:ea typeface="Arial"/>
              </a:rPr>
              <a:t> labore et dolore magna </a:t>
            </a:r>
            <a:r>
              <a:rPr lang="en" sz="1400" b="0" u="none" strike="noStrike" dirty="0" err="1">
                <a:solidFill>
                  <a:srgbClr val="5B5B5B"/>
                </a:solidFill>
                <a:effectLst/>
                <a:uFillTx/>
                <a:latin typeface="Arial"/>
                <a:ea typeface="Arial"/>
              </a:rPr>
              <a:t>aliqua</a:t>
            </a:r>
            <a:r>
              <a:rPr lang="en" sz="1400" b="0" u="none" strike="noStrike" dirty="0">
                <a:solidFill>
                  <a:srgbClr val="5B5B5B"/>
                </a:solidFill>
                <a:effectLst/>
                <a:uFillTx/>
                <a:latin typeface="Arial"/>
                <a:ea typeface="Arial"/>
              </a:rPr>
              <a:t>. </a:t>
            </a:r>
            <a:endParaRPr lang="en-GB" sz="1400" b="0" u="none" strike="noStrike" dirty="0">
              <a:solidFill>
                <a:srgbClr val="000000"/>
              </a:solidFill>
              <a:effectLst/>
              <a:uFillTx/>
              <a:latin typeface="Arial"/>
            </a:endParaRPr>
          </a:p>
        </p:txBody>
      </p:sp>
      <p:sp>
        <p:nvSpPr>
          <p:cNvPr id="358" name="PlaceHolder 3"/>
          <p:cNvSpPr>
            <a:spLocks noGrp="1"/>
          </p:cNvSpPr>
          <p:nvPr>
            <p:ph/>
          </p:nvPr>
        </p:nvSpPr>
        <p:spPr>
          <a:xfrm>
            <a:off x="2459520" y="1472090"/>
            <a:ext cx="1917360" cy="2047320"/>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400" b="0" u="none" strike="noStrike">
              <a:solidFill>
                <a:srgbClr val="000000"/>
              </a:solidFill>
              <a:effectLst/>
              <a:uFillTx/>
              <a:latin typeface="Arial"/>
            </a:endParaRPr>
          </a:p>
          <a:p>
            <a:pPr indent="0">
              <a:lnSpc>
                <a:spcPct val="115000"/>
              </a:lnSpc>
              <a:spcBef>
                <a:spcPts val="1001"/>
              </a:spcBef>
              <a:buNone/>
              <a:tabLst>
                <a:tab pos="0" algn="l"/>
              </a:tabLst>
            </a:pPr>
            <a:endParaRPr lang="en-GB" sz="1400" b="0" u="none" strike="noStrike">
              <a:solidFill>
                <a:srgbClr val="000000"/>
              </a:solidFill>
              <a:effectLst/>
              <a:uFillTx/>
              <a:latin typeface="Arial"/>
            </a:endParaRPr>
          </a:p>
          <a:p>
            <a:pPr indent="0">
              <a:lnSpc>
                <a:spcPct val="115000"/>
              </a:lnSpc>
              <a:spcBef>
                <a:spcPts val="1001"/>
              </a:spcBef>
              <a:buNone/>
              <a:tabLst>
                <a:tab pos="0" algn="l"/>
              </a:tabLst>
            </a:pPr>
            <a:endParaRPr lang="en-GB" sz="1400" b="0" u="none" strike="noStrike">
              <a:solidFill>
                <a:srgbClr val="000000"/>
              </a:solidFill>
              <a:effectLst/>
              <a:uFillTx/>
              <a:latin typeface="Arial"/>
            </a:endParaRPr>
          </a:p>
          <a:p>
            <a:pPr indent="0">
              <a:lnSpc>
                <a:spcPct val="115000"/>
              </a:lnSpc>
              <a:spcBef>
                <a:spcPts val="1001"/>
              </a:spcBef>
              <a:spcAft>
                <a:spcPts val="1001"/>
              </a:spcAft>
              <a:buNone/>
              <a:tabLst>
                <a:tab pos="0" algn="l"/>
              </a:tabLst>
            </a:pPr>
            <a:r>
              <a:rPr lang="en" sz="1400" b="0" u="none" strike="noStrike">
                <a:solidFill>
                  <a:srgbClr val="5B5B5B"/>
                </a:solidFill>
                <a:effectLst/>
                <a:uFillTx/>
                <a:latin typeface="Arial"/>
                <a:ea typeface="Arial"/>
              </a:rPr>
              <a:t>Lorem ipsum dolor sit amet, consectetur adipiscing elit, sed do eiusmod tempor ed incididunt ut labore et dolore magna aliqua. </a:t>
            </a:r>
            <a:endParaRPr lang="en-GB" sz="1400" b="0" u="none" strike="noStrike">
              <a:solidFill>
                <a:srgbClr val="000000"/>
              </a:solidFill>
              <a:effectLst/>
              <a:uFillTx/>
              <a:latin typeface="Arial"/>
            </a:endParaRPr>
          </a:p>
        </p:txBody>
      </p:sp>
      <p:sp>
        <p:nvSpPr>
          <p:cNvPr id="359" name="PlaceHolder 4"/>
          <p:cNvSpPr>
            <a:spLocks noGrp="1"/>
          </p:cNvSpPr>
          <p:nvPr>
            <p:ph/>
          </p:nvPr>
        </p:nvSpPr>
        <p:spPr>
          <a:xfrm>
            <a:off x="4673160" y="1472090"/>
            <a:ext cx="1917360" cy="2047320"/>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400" b="0" u="none" strike="noStrike">
              <a:solidFill>
                <a:srgbClr val="000000"/>
              </a:solidFill>
              <a:effectLst/>
              <a:uFillTx/>
              <a:latin typeface="Arial"/>
            </a:endParaRPr>
          </a:p>
          <a:p>
            <a:pPr indent="0">
              <a:lnSpc>
                <a:spcPct val="115000"/>
              </a:lnSpc>
              <a:spcBef>
                <a:spcPts val="1001"/>
              </a:spcBef>
              <a:buNone/>
              <a:tabLst>
                <a:tab pos="0" algn="l"/>
              </a:tabLst>
            </a:pPr>
            <a:endParaRPr lang="en-GB" sz="1400" b="0" u="none" strike="noStrike">
              <a:solidFill>
                <a:srgbClr val="000000"/>
              </a:solidFill>
              <a:effectLst/>
              <a:uFillTx/>
              <a:latin typeface="Arial"/>
            </a:endParaRPr>
          </a:p>
          <a:p>
            <a:pPr indent="0">
              <a:lnSpc>
                <a:spcPct val="115000"/>
              </a:lnSpc>
              <a:spcBef>
                <a:spcPts val="1001"/>
              </a:spcBef>
              <a:buNone/>
              <a:tabLst>
                <a:tab pos="0" algn="l"/>
              </a:tabLst>
            </a:pPr>
            <a:endParaRPr lang="en-GB" sz="1400" b="0" u="none" strike="noStrike">
              <a:solidFill>
                <a:srgbClr val="000000"/>
              </a:solidFill>
              <a:effectLst/>
              <a:uFillTx/>
              <a:latin typeface="Arial"/>
            </a:endParaRPr>
          </a:p>
          <a:p>
            <a:pPr indent="0">
              <a:lnSpc>
                <a:spcPct val="115000"/>
              </a:lnSpc>
              <a:spcBef>
                <a:spcPts val="1001"/>
              </a:spcBef>
              <a:spcAft>
                <a:spcPts val="1001"/>
              </a:spcAft>
              <a:buNone/>
              <a:tabLst>
                <a:tab pos="0" algn="l"/>
              </a:tabLst>
            </a:pPr>
            <a:r>
              <a:rPr lang="en" sz="1400" b="0" u="none" strike="noStrike">
                <a:solidFill>
                  <a:srgbClr val="5B5B5B"/>
                </a:solidFill>
                <a:effectLst/>
                <a:uFillTx/>
                <a:latin typeface="Arial"/>
                <a:ea typeface="Arial"/>
              </a:rPr>
              <a:t>Lorem ipsum dolor sit amet, consectetur adipiscing elit, sed do eiusmod tempor ed incididunt ut labore et dolore magna aliqua. </a:t>
            </a:r>
            <a:endParaRPr lang="en-GB" sz="1400" b="0" u="none" strike="noStrike">
              <a:solidFill>
                <a:srgbClr val="000000"/>
              </a:solidFill>
              <a:effectLst/>
              <a:uFillTx/>
              <a:latin typeface="Arial"/>
            </a:endParaRPr>
          </a:p>
        </p:txBody>
      </p:sp>
      <p:sp>
        <p:nvSpPr>
          <p:cNvPr id="360" name="PlaceHolder 5"/>
          <p:cNvSpPr>
            <a:spLocks noGrp="1"/>
          </p:cNvSpPr>
          <p:nvPr>
            <p:ph/>
          </p:nvPr>
        </p:nvSpPr>
        <p:spPr>
          <a:xfrm>
            <a:off x="6887160" y="1508090"/>
            <a:ext cx="1917360" cy="2469240"/>
          </a:xfrm>
          <a:prstGeom prst="rect">
            <a:avLst/>
          </a:prstGeom>
          <a:noFill/>
          <a:ln w="0">
            <a:noFill/>
          </a:ln>
        </p:spPr>
        <p:txBody>
          <a:bodyPr lIns="91440" tIns="91440" rIns="91440" bIns="91440" anchor="t">
            <a:spAutoFit/>
          </a:bodyPr>
          <a:lstStyle/>
          <a:p>
            <a:pPr indent="0">
              <a:lnSpc>
                <a:spcPct val="115000"/>
              </a:lnSpc>
              <a:buNone/>
              <a:tabLst>
                <a:tab pos="0" algn="l"/>
              </a:tabLst>
            </a:pPr>
            <a:endParaRPr lang="en-GB" sz="1400" b="0" u="none" strike="noStrike">
              <a:solidFill>
                <a:srgbClr val="000000"/>
              </a:solidFill>
              <a:effectLst/>
              <a:uFillTx/>
              <a:latin typeface="Arial"/>
            </a:endParaRPr>
          </a:p>
          <a:p>
            <a:pPr indent="0">
              <a:lnSpc>
                <a:spcPct val="115000"/>
              </a:lnSpc>
              <a:spcBef>
                <a:spcPts val="1001"/>
              </a:spcBef>
              <a:buNone/>
              <a:tabLst>
                <a:tab pos="0" algn="l"/>
              </a:tabLst>
            </a:pPr>
            <a:endParaRPr lang="en-GB" sz="1400" b="0" u="none" strike="noStrike">
              <a:solidFill>
                <a:srgbClr val="000000"/>
              </a:solidFill>
              <a:effectLst/>
              <a:uFillTx/>
              <a:latin typeface="Arial"/>
            </a:endParaRPr>
          </a:p>
          <a:p>
            <a:pPr indent="0">
              <a:lnSpc>
                <a:spcPct val="115000"/>
              </a:lnSpc>
              <a:spcBef>
                <a:spcPts val="1001"/>
              </a:spcBef>
              <a:buNone/>
              <a:tabLst>
                <a:tab pos="0" algn="l"/>
              </a:tabLst>
            </a:pPr>
            <a:endParaRPr lang="en-GB" sz="1400" b="0" u="none" strike="noStrike">
              <a:solidFill>
                <a:srgbClr val="000000"/>
              </a:solidFill>
              <a:effectLst/>
              <a:uFillTx/>
              <a:latin typeface="Arial"/>
            </a:endParaRPr>
          </a:p>
          <a:p>
            <a:pPr indent="0">
              <a:lnSpc>
                <a:spcPct val="115000"/>
              </a:lnSpc>
              <a:spcBef>
                <a:spcPts val="1001"/>
              </a:spcBef>
              <a:spcAft>
                <a:spcPts val="1001"/>
              </a:spcAft>
              <a:buNone/>
              <a:tabLst>
                <a:tab pos="0" algn="l"/>
              </a:tabLst>
            </a:pPr>
            <a:r>
              <a:rPr lang="en" sz="1400" b="0" u="none" strike="noStrike">
                <a:solidFill>
                  <a:srgbClr val="5B5B5B"/>
                </a:solidFill>
                <a:effectLst/>
                <a:uFillTx/>
                <a:latin typeface="Arial"/>
                <a:ea typeface="Arial"/>
              </a:rPr>
              <a:t>Lorem ipsum dolor sit amet, consectetur adipiscing elit, sed do eiusmod tempor ed incididunt ut labore et dolore magna aliqua. </a:t>
            </a:r>
            <a:endParaRPr lang="en-GB" sz="1400" b="0" u="none" strike="noStrike">
              <a:solidFill>
                <a:srgbClr val="000000"/>
              </a:solidFill>
              <a:effectLst/>
              <a:uFillTx/>
              <a:latin typeface="Arial"/>
            </a:endParaRPr>
          </a:p>
        </p:txBody>
      </p:sp>
      <p:sp>
        <p:nvSpPr>
          <p:cNvPr id="361" name="PlaceHolder 6"/>
          <p:cNvSpPr>
            <a:spLocks noGrp="1"/>
          </p:cNvSpPr>
          <p:nvPr>
            <p:ph type="sldNum" idx="32"/>
          </p:nvPr>
        </p:nvSpPr>
        <p:spPr>
          <a:xfrm>
            <a:off x="8229600" y="485928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0901976D-FA3C-40E4-A634-5CE60F8FC84D}" type="slidenum">
              <a:rPr lang="en" sz="600" b="0" u="none" strike="noStrike">
                <a:solidFill>
                  <a:srgbClr val="929292"/>
                </a:solidFill>
                <a:effectLst/>
                <a:uFillTx/>
                <a:latin typeface="Arial"/>
                <a:ea typeface="Arial"/>
              </a:rPr>
              <a:t>15</a:t>
            </a:fld>
            <a:endParaRPr lang="en-GB" sz="600" b="0" u="none" strike="noStrike">
              <a:solidFill>
                <a:srgbClr val="000000"/>
              </a:solidFill>
              <a:effectLst/>
              <a:uFillTx/>
              <a:latin typeface="Times New Roman"/>
            </a:endParaRPr>
          </a:p>
        </p:txBody>
      </p:sp>
      <p:sp>
        <p:nvSpPr>
          <p:cNvPr id="362" name="PlaceHolder 7"/>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Subtitle if needed</a:t>
            </a:r>
            <a:endParaRPr lang="en-GB" sz="1800" b="0" u="none" strike="noStrike">
              <a:solidFill>
                <a:srgbClr val="000000"/>
              </a:solidFill>
              <a:effectLst/>
              <a:uFillTx/>
              <a:latin typeface="Arial"/>
            </a:endParaRPr>
          </a:p>
        </p:txBody>
      </p:sp>
      <p:sp>
        <p:nvSpPr>
          <p:cNvPr id="363" name="Google Shape;752;p70"/>
          <p:cNvSpPr/>
          <p:nvPr/>
        </p:nvSpPr>
        <p:spPr>
          <a:xfrm>
            <a:off x="543960" y="1364450"/>
            <a:ext cx="612720" cy="543960"/>
          </a:xfrm>
          <a:custGeom>
            <a:avLst/>
            <a:gdLst>
              <a:gd name="textAreaLeft" fmla="*/ 0 w 612720"/>
              <a:gd name="textAreaRight" fmla="*/ 615600 w 612720"/>
              <a:gd name="textAreaTop" fmla="*/ 0 h 543960"/>
              <a:gd name="textAreaBottom" fmla="*/ 546840 h 543960"/>
            </a:gdLst>
            <a:ahLst/>
            <a:cxnLst/>
            <a:rect l="textAreaLeft" t="textAreaTop" r="textAreaRight" b="textAreaBottom"/>
            <a:pathLst>
              <a:path w="1985891" h="1778143">
                <a:moveTo>
                  <a:pt x="1984833" y="1484821"/>
                </a:moveTo>
                <a:cubicBezTo>
                  <a:pt x="1982909" y="1475749"/>
                  <a:pt x="1978785" y="1467227"/>
                  <a:pt x="1972737" y="1460355"/>
                </a:cubicBezTo>
                <a:lnTo>
                  <a:pt x="1972737" y="1460355"/>
                </a:lnTo>
                <a:cubicBezTo>
                  <a:pt x="1896864" y="1374859"/>
                  <a:pt x="1896864" y="1236033"/>
                  <a:pt x="1972737" y="1150538"/>
                </a:cubicBezTo>
                <a:cubicBezTo>
                  <a:pt x="1973287" y="1149988"/>
                  <a:pt x="1973287" y="1149438"/>
                  <a:pt x="1973837" y="1148888"/>
                </a:cubicBezTo>
                <a:cubicBezTo>
                  <a:pt x="1974387" y="1148338"/>
                  <a:pt x="1975211" y="1147789"/>
                  <a:pt x="1975761" y="1146964"/>
                </a:cubicBezTo>
                <a:cubicBezTo>
                  <a:pt x="1976311" y="1146139"/>
                  <a:pt x="1976586" y="1144490"/>
                  <a:pt x="1977411" y="1143390"/>
                </a:cubicBezTo>
                <a:cubicBezTo>
                  <a:pt x="1979885" y="1139542"/>
                  <a:pt x="1981809" y="1135693"/>
                  <a:pt x="1983184" y="1131294"/>
                </a:cubicBezTo>
                <a:cubicBezTo>
                  <a:pt x="1983733" y="1129370"/>
                  <a:pt x="1984283" y="1127171"/>
                  <a:pt x="1984833" y="1125247"/>
                </a:cubicBezTo>
                <a:cubicBezTo>
                  <a:pt x="1985658" y="1120848"/>
                  <a:pt x="1985933" y="1116450"/>
                  <a:pt x="1985383" y="1112051"/>
                </a:cubicBezTo>
                <a:cubicBezTo>
                  <a:pt x="1985383" y="1110402"/>
                  <a:pt x="1985383" y="1108752"/>
                  <a:pt x="1985108" y="1106828"/>
                </a:cubicBezTo>
                <a:cubicBezTo>
                  <a:pt x="1984283" y="1100780"/>
                  <a:pt x="1982084" y="1095007"/>
                  <a:pt x="1979060" y="1089784"/>
                </a:cubicBezTo>
                <a:lnTo>
                  <a:pt x="1978785" y="1089509"/>
                </a:lnTo>
                <a:cubicBezTo>
                  <a:pt x="1978235" y="1088684"/>
                  <a:pt x="1977686" y="1088409"/>
                  <a:pt x="1977136" y="1087585"/>
                </a:cubicBezTo>
                <a:cubicBezTo>
                  <a:pt x="1974112" y="1082911"/>
                  <a:pt x="1970538" y="1078788"/>
                  <a:pt x="1966140" y="1075214"/>
                </a:cubicBezTo>
                <a:cubicBezTo>
                  <a:pt x="1965590" y="1074664"/>
                  <a:pt x="1965315" y="1074114"/>
                  <a:pt x="1964765" y="1073564"/>
                </a:cubicBezTo>
                <a:lnTo>
                  <a:pt x="1430351" y="677153"/>
                </a:lnTo>
                <a:cubicBezTo>
                  <a:pt x="1471037" y="544924"/>
                  <a:pt x="1462240" y="414619"/>
                  <a:pt x="1426503" y="325550"/>
                </a:cubicBezTo>
                <a:cubicBezTo>
                  <a:pt x="1413857" y="292837"/>
                  <a:pt x="1395438" y="262322"/>
                  <a:pt x="1372072" y="235931"/>
                </a:cubicBezTo>
                <a:cubicBezTo>
                  <a:pt x="1384442" y="225485"/>
                  <a:pt x="1397638" y="215589"/>
                  <a:pt x="1411383" y="207066"/>
                </a:cubicBezTo>
                <a:cubicBezTo>
                  <a:pt x="1436674" y="193046"/>
                  <a:pt x="1445746" y="161157"/>
                  <a:pt x="1431726" y="135866"/>
                </a:cubicBezTo>
                <a:cubicBezTo>
                  <a:pt x="1428977" y="130918"/>
                  <a:pt x="1425403" y="126520"/>
                  <a:pt x="1421280" y="122671"/>
                </a:cubicBezTo>
                <a:cubicBezTo>
                  <a:pt x="1417431" y="119097"/>
                  <a:pt x="1323689" y="34702"/>
                  <a:pt x="1180463" y="54770"/>
                </a:cubicBezTo>
                <a:cubicBezTo>
                  <a:pt x="1085347" y="68515"/>
                  <a:pt x="1020744" y="133667"/>
                  <a:pt x="980333" y="193321"/>
                </a:cubicBezTo>
                <a:cubicBezTo>
                  <a:pt x="958341" y="132842"/>
                  <a:pt x="921504" y="60817"/>
                  <a:pt x="859650" y="7761"/>
                </a:cubicBezTo>
                <a:cubicBezTo>
                  <a:pt x="845355" y="-4060"/>
                  <a:pt x="824188" y="-2136"/>
                  <a:pt x="812367" y="11885"/>
                </a:cubicBezTo>
                <a:cubicBezTo>
                  <a:pt x="800821" y="25905"/>
                  <a:pt x="802195" y="46522"/>
                  <a:pt x="815666" y="58343"/>
                </a:cubicBezTo>
                <a:cubicBezTo>
                  <a:pt x="854977" y="92157"/>
                  <a:pt x="882467" y="136691"/>
                  <a:pt x="901711" y="179026"/>
                </a:cubicBezTo>
                <a:cubicBezTo>
                  <a:pt x="872296" y="169954"/>
                  <a:pt x="841507" y="165556"/>
                  <a:pt x="810717" y="166106"/>
                </a:cubicBezTo>
                <a:cubicBezTo>
                  <a:pt x="719174" y="166106"/>
                  <a:pt x="629281" y="231533"/>
                  <a:pt x="591619" y="325000"/>
                </a:cubicBezTo>
                <a:cubicBezTo>
                  <a:pt x="560005" y="404448"/>
                  <a:pt x="549558" y="516334"/>
                  <a:pt x="575949" y="632893"/>
                </a:cubicBezTo>
                <a:lnTo>
                  <a:pt x="185585" y="725536"/>
                </a:lnTo>
                <a:cubicBezTo>
                  <a:pt x="64352" y="749452"/>
                  <a:pt x="-17844" y="874809"/>
                  <a:pt x="3324" y="1005388"/>
                </a:cubicBezTo>
                <a:cubicBezTo>
                  <a:pt x="11571" y="1057895"/>
                  <a:pt x="36862" y="1106278"/>
                  <a:pt x="75074" y="1143115"/>
                </a:cubicBezTo>
                <a:lnTo>
                  <a:pt x="617735" y="1696772"/>
                </a:lnTo>
                <a:lnTo>
                  <a:pt x="618284" y="1697322"/>
                </a:lnTo>
                <a:cubicBezTo>
                  <a:pt x="631205" y="1712442"/>
                  <a:pt x="645775" y="1725637"/>
                  <a:pt x="661994" y="1737183"/>
                </a:cubicBezTo>
                <a:cubicBezTo>
                  <a:pt x="699106" y="1763574"/>
                  <a:pt x="743366" y="1777869"/>
                  <a:pt x="788725" y="1778144"/>
                </a:cubicBezTo>
                <a:cubicBezTo>
                  <a:pt x="802470" y="1778144"/>
                  <a:pt x="815940" y="1776769"/>
                  <a:pt x="829411" y="1774295"/>
                </a:cubicBezTo>
                <a:lnTo>
                  <a:pt x="1177439" y="1700621"/>
                </a:lnTo>
                <a:lnTo>
                  <a:pt x="1943872" y="1546675"/>
                </a:lnTo>
                <a:cubicBezTo>
                  <a:pt x="1972188" y="1540902"/>
                  <a:pt x="1990606" y="1513411"/>
                  <a:pt x="1984833" y="1484821"/>
                </a:cubicBezTo>
                <a:close/>
                <a:moveTo>
                  <a:pt x="1195858" y="158683"/>
                </a:moveTo>
                <a:cubicBezTo>
                  <a:pt x="1228022" y="154010"/>
                  <a:pt x="1260461" y="157034"/>
                  <a:pt x="1291250" y="167480"/>
                </a:cubicBezTo>
                <a:cubicBezTo>
                  <a:pt x="1280529" y="177377"/>
                  <a:pt x="1269258" y="188373"/>
                  <a:pt x="1257437" y="200469"/>
                </a:cubicBezTo>
                <a:cubicBezTo>
                  <a:pt x="1256062" y="201843"/>
                  <a:pt x="1254962" y="203218"/>
                  <a:pt x="1253863" y="204592"/>
                </a:cubicBezTo>
                <a:cubicBezTo>
                  <a:pt x="1243142" y="215314"/>
                  <a:pt x="1232145" y="226585"/>
                  <a:pt x="1221149" y="237306"/>
                </a:cubicBezTo>
                <a:cubicBezTo>
                  <a:pt x="1210153" y="248027"/>
                  <a:pt x="1198607" y="258748"/>
                  <a:pt x="1187336" y="268370"/>
                </a:cubicBezTo>
                <a:cubicBezTo>
                  <a:pt x="1173041" y="280466"/>
                  <a:pt x="1157097" y="290912"/>
                  <a:pt x="1140327" y="299159"/>
                </a:cubicBezTo>
                <a:cubicBezTo>
                  <a:pt x="1125208" y="306582"/>
                  <a:pt x="1109263" y="311805"/>
                  <a:pt x="1092769" y="314554"/>
                </a:cubicBezTo>
                <a:cubicBezTo>
                  <a:pt x="1083422" y="316203"/>
                  <a:pt x="1073801" y="316203"/>
                  <a:pt x="1064179" y="315104"/>
                </a:cubicBezTo>
                <a:cubicBezTo>
                  <a:pt x="1057581" y="314004"/>
                  <a:pt x="1051258" y="312080"/>
                  <a:pt x="1045211" y="308781"/>
                </a:cubicBezTo>
                <a:cubicBezTo>
                  <a:pt x="1043836" y="308231"/>
                  <a:pt x="1042736" y="307407"/>
                  <a:pt x="1041637" y="306857"/>
                </a:cubicBezTo>
                <a:cubicBezTo>
                  <a:pt x="1040537" y="306307"/>
                  <a:pt x="1039713" y="304932"/>
                  <a:pt x="1038888" y="304108"/>
                </a:cubicBezTo>
                <a:cubicBezTo>
                  <a:pt x="1059506" y="258748"/>
                  <a:pt x="1111188" y="170779"/>
                  <a:pt x="1195858" y="158683"/>
                </a:cubicBezTo>
                <a:close/>
                <a:moveTo>
                  <a:pt x="689759" y="364037"/>
                </a:moveTo>
                <a:cubicBezTo>
                  <a:pt x="714226" y="303008"/>
                  <a:pt x="769482" y="271119"/>
                  <a:pt x="811542" y="271119"/>
                </a:cubicBezTo>
                <a:cubicBezTo>
                  <a:pt x="889065" y="271119"/>
                  <a:pt x="908583" y="297510"/>
                  <a:pt x="927277" y="326925"/>
                </a:cubicBezTo>
                <a:cubicBezTo>
                  <a:pt x="928376" y="329124"/>
                  <a:pt x="929476" y="331323"/>
                  <a:pt x="930301" y="332973"/>
                </a:cubicBezTo>
                <a:lnTo>
                  <a:pt x="930850" y="334347"/>
                </a:lnTo>
                <a:cubicBezTo>
                  <a:pt x="932225" y="339295"/>
                  <a:pt x="934424" y="343969"/>
                  <a:pt x="937173" y="348092"/>
                </a:cubicBezTo>
                <a:cubicBezTo>
                  <a:pt x="947345" y="363212"/>
                  <a:pt x="960265" y="376682"/>
                  <a:pt x="974835" y="387404"/>
                </a:cubicBezTo>
                <a:cubicBezTo>
                  <a:pt x="978409" y="390153"/>
                  <a:pt x="981433" y="393177"/>
                  <a:pt x="985281" y="395651"/>
                </a:cubicBezTo>
                <a:cubicBezTo>
                  <a:pt x="985831" y="395926"/>
                  <a:pt x="986381" y="396201"/>
                  <a:pt x="986656" y="396475"/>
                </a:cubicBezTo>
                <a:cubicBezTo>
                  <a:pt x="995728" y="401974"/>
                  <a:pt x="1005350" y="406647"/>
                  <a:pt x="1015246" y="410496"/>
                </a:cubicBezTo>
                <a:lnTo>
                  <a:pt x="1015521" y="410496"/>
                </a:lnTo>
                <a:cubicBezTo>
                  <a:pt x="1026242" y="414344"/>
                  <a:pt x="1037513" y="417093"/>
                  <a:pt x="1048784" y="418743"/>
                </a:cubicBezTo>
                <a:lnTo>
                  <a:pt x="1049059" y="418743"/>
                </a:lnTo>
                <a:cubicBezTo>
                  <a:pt x="1057581" y="419842"/>
                  <a:pt x="1066378" y="420392"/>
                  <a:pt x="1074900" y="420667"/>
                </a:cubicBezTo>
                <a:lnTo>
                  <a:pt x="1075725" y="420667"/>
                </a:lnTo>
                <a:cubicBezTo>
                  <a:pt x="1083422" y="420667"/>
                  <a:pt x="1091395" y="420117"/>
                  <a:pt x="1099092" y="419293"/>
                </a:cubicBezTo>
                <a:cubicBezTo>
                  <a:pt x="1101291" y="419018"/>
                  <a:pt x="1103215" y="418468"/>
                  <a:pt x="1105415" y="418193"/>
                </a:cubicBezTo>
                <a:cubicBezTo>
                  <a:pt x="1111462" y="417368"/>
                  <a:pt x="1117510" y="416269"/>
                  <a:pt x="1123833" y="415169"/>
                </a:cubicBezTo>
                <a:cubicBezTo>
                  <a:pt x="1126857" y="414619"/>
                  <a:pt x="1130156" y="413520"/>
                  <a:pt x="1133180" y="412695"/>
                </a:cubicBezTo>
                <a:cubicBezTo>
                  <a:pt x="1138403" y="411320"/>
                  <a:pt x="1143626" y="409946"/>
                  <a:pt x="1148849" y="408296"/>
                </a:cubicBezTo>
                <a:cubicBezTo>
                  <a:pt x="1152148" y="407197"/>
                  <a:pt x="1155722" y="405822"/>
                  <a:pt x="1159021" y="404723"/>
                </a:cubicBezTo>
                <a:cubicBezTo>
                  <a:pt x="1163969" y="402798"/>
                  <a:pt x="1168918" y="400874"/>
                  <a:pt x="1173866" y="398675"/>
                </a:cubicBezTo>
                <a:cubicBezTo>
                  <a:pt x="1177165" y="397300"/>
                  <a:pt x="1180738" y="395651"/>
                  <a:pt x="1184037" y="394001"/>
                </a:cubicBezTo>
                <a:cubicBezTo>
                  <a:pt x="1188985" y="391527"/>
                  <a:pt x="1193934" y="389053"/>
                  <a:pt x="1198882" y="386304"/>
                </a:cubicBezTo>
                <a:cubicBezTo>
                  <a:pt x="1202181" y="384655"/>
                  <a:pt x="1205480" y="382730"/>
                  <a:pt x="1208504" y="380806"/>
                </a:cubicBezTo>
                <a:cubicBezTo>
                  <a:pt x="1213727" y="377782"/>
                  <a:pt x="1218950" y="374208"/>
                  <a:pt x="1224173" y="370909"/>
                </a:cubicBezTo>
                <a:cubicBezTo>
                  <a:pt x="1226922" y="368985"/>
                  <a:pt x="1229671" y="367336"/>
                  <a:pt x="1232420" y="365411"/>
                </a:cubicBezTo>
                <a:cubicBezTo>
                  <a:pt x="1239843" y="360188"/>
                  <a:pt x="1246990" y="354690"/>
                  <a:pt x="1254138" y="348642"/>
                </a:cubicBezTo>
                <a:cubicBezTo>
                  <a:pt x="1254413" y="348367"/>
                  <a:pt x="1254962" y="348092"/>
                  <a:pt x="1255237" y="347817"/>
                </a:cubicBezTo>
                <a:cubicBezTo>
                  <a:pt x="1256062" y="347268"/>
                  <a:pt x="1256612" y="346443"/>
                  <a:pt x="1257437" y="345618"/>
                </a:cubicBezTo>
                <a:cubicBezTo>
                  <a:pt x="1270907" y="334072"/>
                  <a:pt x="1283827" y="321976"/>
                  <a:pt x="1296473" y="309606"/>
                </a:cubicBezTo>
                <a:cubicBezTo>
                  <a:pt x="1296748" y="309331"/>
                  <a:pt x="1297298" y="308781"/>
                  <a:pt x="1297847" y="308506"/>
                </a:cubicBezTo>
                <a:cubicBezTo>
                  <a:pt x="1311043" y="325275"/>
                  <a:pt x="1321764" y="343969"/>
                  <a:pt x="1329187" y="364037"/>
                </a:cubicBezTo>
                <a:cubicBezTo>
                  <a:pt x="1369598" y="464377"/>
                  <a:pt x="1366024" y="631793"/>
                  <a:pt x="1267058" y="779142"/>
                </a:cubicBezTo>
                <a:cubicBezTo>
                  <a:pt x="1217576" y="853091"/>
                  <a:pt x="1169192" y="893777"/>
                  <a:pt x="1130431" y="893777"/>
                </a:cubicBezTo>
                <a:cubicBezTo>
                  <a:pt x="1097168" y="893777"/>
                  <a:pt x="1071876" y="861338"/>
                  <a:pt x="1069402" y="858040"/>
                </a:cubicBezTo>
                <a:cubicBezTo>
                  <a:pt x="1056207" y="837972"/>
                  <a:pt x="1033665" y="826151"/>
                  <a:pt x="1009473" y="826426"/>
                </a:cubicBezTo>
                <a:cubicBezTo>
                  <a:pt x="986106" y="826426"/>
                  <a:pt x="964114" y="837697"/>
                  <a:pt x="950644" y="856940"/>
                </a:cubicBezTo>
                <a:cubicBezTo>
                  <a:pt x="950369" y="857490"/>
                  <a:pt x="949819" y="858040"/>
                  <a:pt x="949544" y="858589"/>
                </a:cubicBezTo>
                <a:cubicBezTo>
                  <a:pt x="947070" y="861613"/>
                  <a:pt x="922328" y="894052"/>
                  <a:pt x="888515" y="894052"/>
                </a:cubicBezTo>
                <a:cubicBezTo>
                  <a:pt x="871471" y="894052"/>
                  <a:pt x="852503" y="886080"/>
                  <a:pt x="831610" y="870135"/>
                </a:cubicBezTo>
                <a:cubicBezTo>
                  <a:pt x="806319" y="850892"/>
                  <a:pt x="779653" y="820378"/>
                  <a:pt x="752163" y="779417"/>
                </a:cubicBezTo>
                <a:cubicBezTo>
                  <a:pt x="653472" y="632068"/>
                  <a:pt x="649623" y="464652"/>
                  <a:pt x="689759" y="364037"/>
                </a:cubicBezTo>
                <a:close/>
                <a:moveTo>
                  <a:pt x="1036139" y="917419"/>
                </a:moveTo>
                <a:cubicBezTo>
                  <a:pt x="1035589" y="918244"/>
                  <a:pt x="1035039" y="919068"/>
                  <a:pt x="1034489" y="919618"/>
                </a:cubicBezTo>
                <a:cubicBezTo>
                  <a:pt x="1035039" y="918793"/>
                  <a:pt x="1035589" y="917969"/>
                  <a:pt x="1036139" y="917419"/>
                </a:cubicBezTo>
                <a:lnTo>
                  <a:pt x="1036139" y="917419"/>
                </a:lnTo>
                <a:close/>
                <a:moveTo>
                  <a:pt x="608938" y="732958"/>
                </a:moveTo>
                <a:cubicBezTo>
                  <a:pt x="624332" y="769520"/>
                  <a:pt x="643026" y="804708"/>
                  <a:pt x="665293" y="837422"/>
                </a:cubicBezTo>
                <a:cubicBezTo>
                  <a:pt x="699106" y="887729"/>
                  <a:pt x="733744" y="926766"/>
                  <a:pt x="768107" y="952882"/>
                </a:cubicBezTo>
                <a:cubicBezTo>
                  <a:pt x="807419" y="983121"/>
                  <a:pt x="848104" y="998241"/>
                  <a:pt x="888515" y="998241"/>
                </a:cubicBezTo>
                <a:cubicBezTo>
                  <a:pt x="942396" y="998241"/>
                  <a:pt x="983632" y="971850"/>
                  <a:pt x="1009473" y="947383"/>
                </a:cubicBezTo>
                <a:cubicBezTo>
                  <a:pt x="1036414" y="972400"/>
                  <a:pt x="1078199" y="998241"/>
                  <a:pt x="1130706" y="998241"/>
                </a:cubicBezTo>
                <a:cubicBezTo>
                  <a:pt x="1207129" y="998241"/>
                  <a:pt x="1282178" y="944085"/>
                  <a:pt x="1353928" y="837147"/>
                </a:cubicBezTo>
                <a:cubicBezTo>
                  <a:pt x="1366849" y="817629"/>
                  <a:pt x="1378944" y="797561"/>
                  <a:pt x="1389391" y="776668"/>
                </a:cubicBezTo>
                <a:lnTo>
                  <a:pt x="1806970" y="1086760"/>
                </a:lnTo>
                <a:lnTo>
                  <a:pt x="771406" y="1289089"/>
                </a:lnTo>
                <a:lnTo>
                  <a:pt x="298571" y="806358"/>
                </a:lnTo>
                <a:lnTo>
                  <a:pt x="608938" y="732958"/>
                </a:lnTo>
                <a:close/>
                <a:moveTo>
                  <a:pt x="561379" y="1489495"/>
                </a:moveTo>
                <a:lnTo>
                  <a:pt x="148473" y="1068341"/>
                </a:lnTo>
                <a:cubicBezTo>
                  <a:pt x="126206" y="1047174"/>
                  <a:pt x="111361" y="1019133"/>
                  <a:pt x="106688" y="988619"/>
                </a:cubicBezTo>
                <a:cubicBezTo>
                  <a:pt x="96241" y="923742"/>
                  <a:pt x="128130" y="861613"/>
                  <a:pt x="181462" y="837147"/>
                </a:cubicBezTo>
                <a:lnTo>
                  <a:pt x="662819" y="1328676"/>
                </a:lnTo>
                <a:cubicBezTo>
                  <a:pt x="609762" y="1364688"/>
                  <a:pt x="572925" y="1423243"/>
                  <a:pt x="561379" y="1489495"/>
                </a:cubicBezTo>
                <a:close/>
                <a:moveTo>
                  <a:pt x="1156272" y="1597807"/>
                </a:moveTo>
                <a:lnTo>
                  <a:pt x="808793" y="1671481"/>
                </a:lnTo>
                <a:cubicBezTo>
                  <a:pt x="779378" y="1676979"/>
                  <a:pt x="748589" y="1670107"/>
                  <a:pt x="722198" y="1651413"/>
                </a:cubicBezTo>
                <a:cubicBezTo>
                  <a:pt x="691134" y="1629421"/>
                  <a:pt x="670241" y="1595607"/>
                  <a:pt x="664193" y="1557946"/>
                </a:cubicBezTo>
                <a:cubicBezTo>
                  <a:pt x="652098" y="1482622"/>
                  <a:pt x="696632" y="1410872"/>
                  <a:pt x="763709" y="1397951"/>
                </a:cubicBezTo>
                <a:lnTo>
                  <a:pt x="1831437" y="1189299"/>
                </a:lnTo>
                <a:cubicBezTo>
                  <a:pt x="1800922" y="1276719"/>
                  <a:pt x="1806145" y="1376234"/>
                  <a:pt x="1846831" y="1459255"/>
                </a:cubicBezTo>
                <a:lnTo>
                  <a:pt x="1156272" y="1597807"/>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364" name="Google Shape;753;p70"/>
          <p:cNvSpPr/>
          <p:nvPr/>
        </p:nvSpPr>
        <p:spPr>
          <a:xfrm>
            <a:off x="2505960" y="1395410"/>
            <a:ext cx="696240" cy="482040"/>
          </a:xfrm>
          <a:custGeom>
            <a:avLst/>
            <a:gdLst>
              <a:gd name="textAreaLeft" fmla="*/ 0 w 696240"/>
              <a:gd name="textAreaRight" fmla="*/ 699120 w 696240"/>
              <a:gd name="textAreaTop" fmla="*/ 0 h 482040"/>
              <a:gd name="textAreaBottom" fmla="*/ 484920 h 482040"/>
            </a:gdLst>
            <a:ahLst/>
            <a:cxnLst/>
            <a:rect l="textAreaLeft" t="textAreaTop" r="textAreaRight" b="textAreaBottom"/>
            <a:pathLst>
              <a:path w="628345" h="469761">
                <a:moveTo>
                  <a:pt x="627315" y="305350"/>
                </a:moveTo>
                <a:lnTo>
                  <a:pt x="599996" y="225765"/>
                </a:lnTo>
                <a:cubicBezTo>
                  <a:pt x="599377" y="224013"/>
                  <a:pt x="598553" y="222260"/>
                  <a:pt x="597419" y="220714"/>
                </a:cubicBezTo>
                <a:cubicBezTo>
                  <a:pt x="582368" y="199684"/>
                  <a:pt x="560100" y="168860"/>
                  <a:pt x="540307" y="143809"/>
                </a:cubicBezTo>
                <a:cubicBezTo>
                  <a:pt x="532679" y="134222"/>
                  <a:pt x="523401" y="127830"/>
                  <a:pt x="513298" y="124944"/>
                </a:cubicBezTo>
                <a:lnTo>
                  <a:pt x="513298" y="45978"/>
                </a:lnTo>
                <a:cubicBezTo>
                  <a:pt x="513298" y="35153"/>
                  <a:pt x="504535" y="26288"/>
                  <a:pt x="493608" y="26288"/>
                </a:cubicBezTo>
                <a:lnTo>
                  <a:pt x="328975" y="26288"/>
                </a:lnTo>
                <a:cubicBezTo>
                  <a:pt x="309079" y="5258"/>
                  <a:pt x="277739" y="-515"/>
                  <a:pt x="251658" y="12165"/>
                </a:cubicBezTo>
                <a:cubicBezTo>
                  <a:pt x="231246" y="-2268"/>
                  <a:pt x="202794" y="-3814"/>
                  <a:pt x="181042" y="8453"/>
                </a:cubicBezTo>
                <a:cubicBezTo>
                  <a:pt x="171145" y="2886"/>
                  <a:pt x="160012" y="0"/>
                  <a:pt x="148672" y="0"/>
                </a:cubicBezTo>
                <a:cubicBezTo>
                  <a:pt x="123312" y="103"/>
                  <a:pt x="100220" y="14536"/>
                  <a:pt x="88983" y="37215"/>
                </a:cubicBezTo>
                <a:cubicBezTo>
                  <a:pt x="49603" y="32164"/>
                  <a:pt x="14347" y="63812"/>
                  <a:pt x="14347" y="103192"/>
                </a:cubicBezTo>
                <a:cubicBezTo>
                  <a:pt x="14450" y="108140"/>
                  <a:pt x="14965" y="113089"/>
                  <a:pt x="16203" y="117831"/>
                </a:cubicBezTo>
                <a:cubicBezTo>
                  <a:pt x="6512" y="119480"/>
                  <a:pt x="-395" y="128140"/>
                  <a:pt x="18" y="137933"/>
                </a:cubicBezTo>
                <a:lnTo>
                  <a:pt x="4553" y="246589"/>
                </a:lnTo>
                <a:cubicBezTo>
                  <a:pt x="4966" y="256383"/>
                  <a:pt x="12491" y="264423"/>
                  <a:pt x="22285" y="265351"/>
                </a:cubicBezTo>
                <a:lnTo>
                  <a:pt x="82798" y="271330"/>
                </a:lnTo>
                <a:lnTo>
                  <a:pt x="104344" y="312978"/>
                </a:lnTo>
                <a:cubicBezTo>
                  <a:pt x="64964" y="338957"/>
                  <a:pt x="54036" y="391945"/>
                  <a:pt x="80015" y="431325"/>
                </a:cubicBezTo>
                <a:cubicBezTo>
                  <a:pt x="105993" y="470705"/>
                  <a:pt x="158775" y="481632"/>
                  <a:pt x="198155" y="455654"/>
                </a:cubicBezTo>
                <a:cubicBezTo>
                  <a:pt x="222174" y="439881"/>
                  <a:pt x="236607" y="412975"/>
                  <a:pt x="236607" y="384316"/>
                </a:cubicBezTo>
                <a:cubicBezTo>
                  <a:pt x="236607" y="381017"/>
                  <a:pt x="236401" y="377718"/>
                  <a:pt x="235988" y="374419"/>
                </a:cubicBezTo>
                <a:lnTo>
                  <a:pt x="393715" y="374419"/>
                </a:lnTo>
                <a:cubicBezTo>
                  <a:pt x="388251" y="421325"/>
                  <a:pt x="421755" y="463695"/>
                  <a:pt x="468660" y="469158"/>
                </a:cubicBezTo>
                <a:cubicBezTo>
                  <a:pt x="515566" y="474622"/>
                  <a:pt x="557936" y="441118"/>
                  <a:pt x="563399" y="394213"/>
                </a:cubicBezTo>
                <a:cubicBezTo>
                  <a:pt x="563812" y="390914"/>
                  <a:pt x="564018" y="387615"/>
                  <a:pt x="564018" y="384316"/>
                </a:cubicBezTo>
                <a:cubicBezTo>
                  <a:pt x="564018" y="381120"/>
                  <a:pt x="563812" y="378028"/>
                  <a:pt x="563502" y="374832"/>
                </a:cubicBezTo>
                <a:lnTo>
                  <a:pt x="601336" y="374832"/>
                </a:lnTo>
                <a:cubicBezTo>
                  <a:pt x="616284" y="374832"/>
                  <a:pt x="628345" y="362770"/>
                  <a:pt x="628345" y="347823"/>
                </a:cubicBezTo>
                <a:lnTo>
                  <a:pt x="628345" y="311741"/>
                </a:lnTo>
                <a:cubicBezTo>
                  <a:pt x="628345" y="309576"/>
                  <a:pt x="627933" y="307412"/>
                  <a:pt x="627315" y="305350"/>
                </a:cubicBezTo>
                <a:close/>
                <a:moveTo>
                  <a:pt x="80839" y="60307"/>
                </a:moveTo>
                <a:cubicBezTo>
                  <a:pt x="84963" y="60307"/>
                  <a:pt x="89086" y="60926"/>
                  <a:pt x="93004" y="62060"/>
                </a:cubicBezTo>
                <a:cubicBezTo>
                  <a:pt x="99189" y="63915"/>
                  <a:pt x="105787" y="60307"/>
                  <a:pt x="107643" y="54122"/>
                </a:cubicBezTo>
                <a:cubicBezTo>
                  <a:pt x="113209" y="36081"/>
                  <a:pt x="129807" y="23607"/>
                  <a:pt x="148775" y="23607"/>
                </a:cubicBezTo>
                <a:cubicBezTo>
                  <a:pt x="157950" y="23607"/>
                  <a:pt x="166816" y="26494"/>
                  <a:pt x="174135" y="31958"/>
                </a:cubicBezTo>
                <a:cubicBezTo>
                  <a:pt x="178259" y="35050"/>
                  <a:pt x="183928" y="35050"/>
                  <a:pt x="188155" y="31958"/>
                </a:cubicBezTo>
                <a:cubicBezTo>
                  <a:pt x="204340" y="19999"/>
                  <a:pt x="227844" y="21339"/>
                  <a:pt x="242689" y="35050"/>
                </a:cubicBezTo>
                <a:cubicBezTo>
                  <a:pt x="246710" y="38761"/>
                  <a:pt x="252689" y="39277"/>
                  <a:pt x="257225" y="36184"/>
                </a:cubicBezTo>
                <a:cubicBezTo>
                  <a:pt x="264235" y="31545"/>
                  <a:pt x="272482" y="29071"/>
                  <a:pt x="280832" y="29071"/>
                </a:cubicBezTo>
                <a:lnTo>
                  <a:pt x="280935" y="29071"/>
                </a:lnTo>
                <a:cubicBezTo>
                  <a:pt x="278255" y="30617"/>
                  <a:pt x="275987" y="32782"/>
                  <a:pt x="274338" y="35463"/>
                </a:cubicBezTo>
                <a:lnTo>
                  <a:pt x="243720" y="84018"/>
                </a:lnTo>
                <a:lnTo>
                  <a:pt x="39501" y="114223"/>
                </a:lnTo>
                <a:cubicBezTo>
                  <a:pt x="33212" y="91440"/>
                  <a:pt x="46614" y="67936"/>
                  <a:pt x="69396" y="61750"/>
                </a:cubicBezTo>
                <a:cubicBezTo>
                  <a:pt x="73005" y="60823"/>
                  <a:pt x="76922" y="60307"/>
                  <a:pt x="80839" y="60307"/>
                </a:cubicBezTo>
                <a:close/>
                <a:moveTo>
                  <a:pt x="39913" y="154015"/>
                </a:moveTo>
                <a:lnTo>
                  <a:pt x="258359" y="121645"/>
                </a:lnTo>
                <a:cubicBezTo>
                  <a:pt x="264029" y="120820"/>
                  <a:pt x="269080" y="117522"/>
                  <a:pt x="272070" y="112676"/>
                </a:cubicBezTo>
                <a:lnTo>
                  <a:pt x="301656" y="65668"/>
                </a:lnTo>
                <a:lnTo>
                  <a:pt x="473918" y="65668"/>
                </a:lnTo>
                <a:lnTo>
                  <a:pt x="473918" y="123191"/>
                </a:lnTo>
                <a:lnTo>
                  <a:pt x="385777" y="123191"/>
                </a:lnTo>
                <a:lnTo>
                  <a:pt x="384334" y="123501"/>
                </a:lnTo>
                <a:lnTo>
                  <a:pt x="380519" y="124222"/>
                </a:lnTo>
                <a:lnTo>
                  <a:pt x="377014" y="125459"/>
                </a:lnTo>
                <a:lnTo>
                  <a:pt x="374025" y="127418"/>
                </a:lnTo>
                <a:lnTo>
                  <a:pt x="371138" y="130098"/>
                </a:lnTo>
                <a:lnTo>
                  <a:pt x="369076" y="133088"/>
                </a:lnTo>
                <a:lnTo>
                  <a:pt x="367324" y="136696"/>
                </a:lnTo>
                <a:lnTo>
                  <a:pt x="366705" y="138036"/>
                </a:lnTo>
                <a:lnTo>
                  <a:pt x="336706" y="256795"/>
                </a:lnTo>
                <a:lnTo>
                  <a:pt x="43006" y="227827"/>
                </a:lnTo>
                <a:lnTo>
                  <a:pt x="39913" y="154015"/>
                </a:lnTo>
                <a:close/>
                <a:moveTo>
                  <a:pt x="151146" y="430500"/>
                </a:moveTo>
                <a:cubicBezTo>
                  <a:pt x="125683" y="430500"/>
                  <a:pt x="104962" y="409779"/>
                  <a:pt x="104962" y="384316"/>
                </a:cubicBezTo>
                <a:cubicBezTo>
                  <a:pt x="104962" y="358853"/>
                  <a:pt x="125683" y="338132"/>
                  <a:pt x="151146" y="338132"/>
                </a:cubicBezTo>
                <a:cubicBezTo>
                  <a:pt x="176609" y="338132"/>
                  <a:pt x="197330" y="358853"/>
                  <a:pt x="197330" y="384316"/>
                </a:cubicBezTo>
                <a:lnTo>
                  <a:pt x="197330" y="384316"/>
                </a:lnTo>
                <a:cubicBezTo>
                  <a:pt x="197330" y="409779"/>
                  <a:pt x="176609" y="430500"/>
                  <a:pt x="151146" y="430500"/>
                </a:cubicBezTo>
                <a:close/>
                <a:moveTo>
                  <a:pt x="478557" y="430500"/>
                </a:moveTo>
                <a:cubicBezTo>
                  <a:pt x="453094" y="430500"/>
                  <a:pt x="432373" y="409882"/>
                  <a:pt x="432373" y="384316"/>
                </a:cubicBezTo>
                <a:cubicBezTo>
                  <a:pt x="432373" y="358853"/>
                  <a:pt x="452991" y="338132"/>
                  <a:pt x="478557" y="338132"/>
                </a:cubicBezTo>
                <a:cubicBezTo>
                  <a:pt x="504020" y="338132"/>
                  <a:pt x="524741" y="358750"/>
                  <a:pt x="524741" y="384316"/>
                </a:cubicBezTo>
                <a:cubicBezTo>
                  <a:pt x="524741" y="384316"/>
                  <a:pt x="524741" y="384316"/>
                  <a:pt x="524741" y="384316"/>
                </a:cubicBezTo>
                <a:cubicBezTo>
                  <a:pt x="524741" y="409779"/>
                  <a:pt x="504020" y="430397"/>
                  <a:pt x="478557" y="430500"/>
                </a:cubicBezTo>
                <a:close/>
                <a:moveTo>
                  <a:pt x="589068" y="335555"/>
                </a:moveTo>
                <a:lnTo>
                  <a:pt x="557317" y="335555"/>
                </a:lnTo>
                <a:cubicBezTo>
                  <a:pt x="554740" y="335555"/>
                  <a:pt x="552163" y="336070"/>
                  <a:pt x="549792" y="337101"/>
                </a:cubicBezTo>
                <a:cubicBezTo>
                  <a:pt x="523813" y="297824"/>
                  <a:pt x="470825" y="287000"/>
                  <a:pt x="431548" y="313082"/>
                </a:cubicBezTo>
                <a:cubicBezTo>
                  <a:pt x="422580" y="319061"/>
                  <a:pt x="414848" y="326586"/>
                  <a:pt x="408663" y="335452"/>
                </a:cubicBezTo>
                <a:lnTo>
                  <a:pt x="407529" y="335246"/>
                </a:lnTo>
                <a:lnTo>
                  <a:pt x="222381" y="335246"/>
                </a:lnTo>
                <a:lnTo>
                  <a:pt x="221040" y="335452"/>
                </a:lnTo>
                <a:cubicBezTo>
                  <a:pt x="203206" y="309576"/>
                  <a:pt x="172486" y="295763"/>
                  <a:pt x="141250" y="299474"/>
                </a:cubicBezTo>
                <a:lnTo>
                  <a:pt x="129085" y="275866"/>
                </a:lnTo>
                <a:lnTo>
                  <a:pt x="349593" y="297618"/>
                </a:lnTo>
                <a:lnTo>
                  <a:pt x="351551" y="297721"/>
                </a:lnTo>
                <a:cubicBezTo>
                  <a:pt x="360520" y="297721"/>
                  <a:pt x="368355" y="291639"/>
                  <a:pt x="370623" y="282876"/>
                </a:cubicBezTo>
                <a:lnTo>
                  <a:pt x="401137" y="162571"/>
                </a:lnTo>
                <a:lnTo>
                  <a:pt x="493196" y="162571"/>
                </a:lnTo>
                <a:lnTo>
                  <a:pt x="493608" y="162675"/>
                </a:lnTo>
                <a:lnTo>
                  <a:pt x="494020" y="162571"/>
                </a:lnTo>
                <a:lnTo>
                  <a:pt x="501340" y="162571"/>
                </a:lnTo>
                <a:cubicBezTo>
                  <a:pt x="504535" y="162571"/>
                  <a:pt x="508040" y="166592"/>
                  <a:pt x="509381" y="168241"/>
                </a:cubicBezTo>
                <a:cubicBezTo>
                  <a:pt x="529586" y="193807"/>
                  <a:pt x="553812" y="227518"/>
                  <a:pt x="563709" y="241228"/>
                </a:cubicBezTo>
                <a:lnTo>
                  <a:pt x="589068" y="314937"/>
                </a:lnTo>
                <a:lnTo>
                  <a:pt x="589068" y="335555"/>
                </a:lnTo>
                <a:close/>
                <a:moveTo>
                  <a:pt x="498350" y="187931"/>
                </a:moveTo>
                <a:lnTo>
                  <a:pt x="497628" y="187004"/>
                </a:lnTo>
                <a:cubicBezTo>
                  <a:pt x="492577" y="181952"/>
                  <a:pt x="485670" y="178963"/>
                  <a:pt x="478454" y="178756"/>
                </a:cubicBezTo>
                <a:lnTo>
                  <a:pt x="438662" y="178756"/>
                </a:lnTo>
                <a:cubicBezTo>
                  <a:pt x="428765" y="178860"/>
                  <a:pt x="420724" y="187004"/>
                  <a:pt x="420827" y="196900"/>
                </a:cubicBezTo>
                <a:lnTo>
                  <a:pt x="420827" y="245352"/>
                </a:lnTo>
                <a:cubicBezTo>
                  <a:pt x="420827" y="255352"/>
                  <a:pt x="428868" y="263496"/>
                  <a:pt x="438868" y="263496"/>
                </a:cubicBezTo>
                <a:lnTo>
                  <a:pt x="522164" y="263496"/>
                </a:lnTo>
                <a:cubicBezTo>
                  <a:pt x="528452" y="263496"/>
                  <a:pt x="534328" y="259372"/>
                  <a:pt x="537112" y="252877"/>
                </a:cubicBezTo>
                <a:cubicBezTo>
                  <a:pt x="539895" y="246383"/>
                  <a:pt x="538864" y="239579"/>
                  <a:pt x="535359" y="235868"/>
                </a:cubicBezTo>
                <a:lnTo>
                  <a:pt x="498350" y="187931"/>
                </a:lnTo>
                <a:close/>
                <a:moveTo>
                  <a:pt x="444331" y="239991"/>
                </a:moveTo>
                <a:lnTo>
                  <a:pt x="444331" y="202364"/>
                </a:lnTo>
                <a:lnTo>
                  <a:pt x="478351" y="202364"/>
                </a:lnTo>
                <a:lnTo>
                  <a:pt x="480310" y="203189"/>
                </a:lnTo>
                <a:lnTo>
                  <a:pt x="508659" y="240094"/>
                </a:lnTo>
                <a:lnTo>
                  <a:pt x="444331" y="23999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365" name="Google Shape;754;p70"/>
          <p:cNvSpPr/>
          <p:nvPr/>
        </p:nvSpPr>
        <p:spPr>
          <a:xfrm>
            <a:off x="7071480" y="1386410"/>
            <a:ext cx="533160" cy="500040"/>
          </a:xfrm>
          <a:custGeom>
            <a:avLst/>
            <a:gdLst>
              <a:gd name="textAreaLeft" fmla="*/ 0 w 533160"/>
              <a:gd name="textAreaRight" fmla="*/ 536040 w 533160"/>
              <a:gd name="textAreaTop" fmla="*/ 0 h 500040"/>
              <a:gd name="textAreaBottom" fmla="*/ 502920 h 500040"/>
            </a:gdLst>
            <a:ahLst/>
            <a:cxnLst/>
            <a:rect l="textAreaLeft" t="textAreaTop" r="textAreaRight" b="textAreaBottom"/>
            <a:pathLst>
              <a:path w="529465" h="502765">
                <a:moveTo>
                  <a:pt x="529053" y="56080"/>
                </a:moveTo>
                <a:cubicBezTo>
                  <a:pt x="525136" y="17628"/>
                  <a:pt x="462870" y="0"/>
                  <a:pt x="404831" y="0"/>
                </a:cubicBezTo>
                <a:cubicBezTo>
                  <a:pt x="346792" y="0"/>
                  <a:pt x="284629" y="17628"/>
                  <a:pt x="280608" y="56080"/>
                </a:cubicBezTo>
                <a:lnTo>
                  <a:pt x="280196" y="57936"/>
                </a:lnTo>
                <a:lnTo>
                  <a:pt x="280196" y="442768"/>
                </a:lnTo>
                <a:cubicBezTo>
                  <a:pt x="280196" y="484003"/>
                  <a:pt x="344833" y="502765"/>
                  <a:pt x="404831" y="502765"/>
                </a:cubicBezTo>
                <a:cubicBezTo>
                  <a:pt x="464829" y="502765"/>
                  <a:pt x="529465" y="484003"/>
                  <a:pt x="529465" y="442768"/>
                </a:cubicBezTo>
                <a:lnTo>
                  <a:pt x="529465" y="58039"/>
                </a:lnTo>
                <a:lnTo>
                  <a:pt x="529053" y="56080"/>
                </a:lnTo>
                <a:close/>
                <a:moveTo>
                  <a:pt x="490189" y="277516"/>
                </a:moveTo>
                <a:cubicBezTo>
                  <a:pt x="487096" y="283804"/>
                  <a:pt x="457509" y="299268"/>
                  <a:pt x="404831" y="299268"/>
                </a:cubicBezTo>
                <a:cubicBezTo>
                  <a:pt x="351843" y="299268"/>
                  <a:pt x="322256" y="283701"/>
                  <a:pt x="319576" y="278650"/>
                </a:cubicBezTo>
                <a:lnTo>
                  <a:pt x="319576" y="269269"/>
                </a:lnTo>
                <a:cubicBezTo>
                  <a:pt x="343287" y="279268"/>
                  <a:pt x="374626" y="284010"/>
                  <a:pt x="404831" y="284010"/>
                </a:cubicBezTo>
                <a:cubicBezTo>
                  <a:pt x="435036" y="284010"/>
                  <a:pt x="466478" y="279268"/>
                  <a:pt x="490189" y="269166"/>
                </a:cubicBezTo>
                <a:lnTo>
                  <a:pt x="490189" y="277516"/>
                </a:lnTo>
                <a:close/>
                <a:moveTo>
                  <a:pt x="490189" y="222982"/>
                </a:moveTo>
                <a:cubicBezTo>
                  <a:pt x="486993" y="229270"/>
                  <a:pt x="457509" y="244630"/>
                  <a:pt x="404831" y="244630"/>
                </a:cubicBezTo>
                <a:cubicBezTo>
                  <a:pt x="351843" y="244630"/>
                  <a:pt x="322256" y="229064"/>
                  <a:pt x="319576" y="224013"/>
                </a:cubicBezTo>
                <a:lnTo>
                  <a:pt x="319576" y="214425"/>
                </a:lnTo>
                <a:cubicBezTo>
                  <a:pt x="343287" y="224425"/>
                  <a:pt x="374626" y="229167"/>
                  <a:pt x="404831" y="229167"/>
                </a:cubicBezTo>
                <a:cubicBezTo>
                  <a:pt x="435036" y="229167"/>
                  <a:pt x="466478" y="224425"/>
                  <a:pt x="490189" y="214322"/>
                </a:cubicBezTo>
                <a:lnTo>
                  <a:pt x="490189" y="222982"/>
                </a:lnTo>
                <a:close/>
                <a:moveTo>
                  <a:pt x="490189" y="168241"/>
                </a:moveTo>
                <a:cubicBezTo>
                  <a:pt x="486993" y="174530"/>
                  <a:pt x="457406" y="189890"/>
                  <a:pt x="404831" y="189890"/>
                </a:cubicBezTo>
                <a:cubicBezTo>
                  <a:pt x="351843" y="189890"/>
                  <a:pt x="322256" y="174324"/>
                  <a:pt x="319576" y="169272"/>
                </a:cubicBezTo>
                <a:lnTo>
                  <a:pt x="319576" y="159891"/>
                </a:lnTo>
                <a:cubicBezTo>
                  <a:pt x="343287" y="169891"/>
                  <a:pt x="374626" y="174633"/>
                  <a:pt x="404831" y="174633"/>
                </a:cubicBezTo>
                <a:cubicBezTo>
                  <a:pt x="435036" y="174633"/>
                  <a:pt x="466478" y="169891"/>
                  <a:pt x="490189" y="159891"/>
                </a:cubicBezTo>
                <a:lnTo>
                  <a:pt x="490189" y="168241"/>
                </a:lnTo>
                <a:close/>
                <a:moveTo>
                  <a:pt x="319473" y="323803"/>
                </a:moveTo>
                <a:cubicBezTo>
                  <a:pt x="343184" y="333802"/>
                  <a:pt x="374523" y="338545"/>
                  <a:pt x="404728" y="338545"/>
                </a:cubicBezTo>
                <a:cubicBezTo>
                  <a:pt x="434933" y="338545"/>
                  <a:pt x="466478" y="333699"/>
                  <a:pt x="490189" y="323700"/>
                </a:cubicBezTo>
                <a:lnTo>
                  <a:pt x="490189" y="332462"/>
                </a:lnTo>
                <a:cubicBezTo>
                  <a:pt x="487199" y="338648"/>
                  <a:pt x="457612" y="354214"/>
                  <a:pt x="404728" y="354214"/>
                </a:cubicBezTo>
                <a:cubicBezTo>
                  <a:pt x="351740" y="354214"/>
                  <a:pt x="322153" y="338648"/>
                  <a:pt x="319473" y="333596"/>
                </a:cubicBezTo>
                <a:lnTo>
                  <a:pt x="319473" y="323803"/>
                </a:lnTo>
                <a:close/>
                <a:moveTo>
                  <a:pt x="490085" y="113707"/>
                </a:moveTo>
                <a:cubicBezTo>
                  <a:pt x="486787" y="119996"/>
                  <a:pt x="457303" y="135356"/>
                  <a:pt x="404728" y="135356"/>
                </a:cubicBezTo>
                <a:cubicBezTo>
                  <a:pt x="351740" y="135356"/>
                  <a:pt x="322153" y="119789"/>
                  <a:pt x="319473" y="114738"/>
                </a:cubicBezTo>
                <a:lnTo>
                  <a:pt x="319473" y="105151"/>
                </a:lnTo>
                <a:cubicBezTo>
                  <a:pt x="343184" y="115150"/>
                  <a:pt x="374523" y="119893"/>
                  <a:pt x="404728" y="119893"/>
                </a:cubicBezTo>
                <a:cubicBezTo>
                  <a:pt x="434933" y="119893"/>
                  <a:pt x="466375" y="115150"/>
                  <a:pt x="490085" y="105151"/>
                </a:cubicBezTo>
                <a:lnTo>
                  <a:pt x="490085" y="113707"/>
                </a:lnTo>
                <a:close/>
                <a:moveTo>
                  <a:pt x="319473" y="378749"/>
                </a:moveTo>
                <a:cubicBezTo>
                  <a:pt x="343184" y="388749"/>
                  <a:pt x="374523" y="393491"/>
                  <a:pt x="404728" y="393491"/>
                </a:cubicBezTo>
                <a:cubicBezTo>
                  <a:pt x="434933" y="393491"/>
                  <a:pt x="466478" y="388646"/>
                  <a:pt x="490189" y="378646"/>
                </a:cubicBezTo>
                <a:lnTo>
                  <a:pt x="490189" y="386996"/>
                </a:lnTo>
                <a:cubicBezTo>
                  <a:pt x="487302" y="393182"/>
                  <a:pt x="457612" y="408748"/>
                  <a:pt x="404728" y="408748"/>
                </a:cubicBezTo>
                <a:cubicBezTo>
                  <a:pt x="351843" y="408748"/>
                  <a:pt x="322153" y="393182"/>
                  <a:pt x="319473" y="388130"/>
                </a:cubicBezTo>
                <a:lnTo>
                  <a:pt x="319473" y="378749"/>
                </a:lnTo>
                <a:close/>
                <a:moveTo>
                  <a:pt x="404831" y="39277"/>
                </a:moveTo>
                <a:cubicBezTo>
                  <a:pt x="454829" y="39277"/>
                  <a:pt x="484003" y="53091"/>
                  <a:pt x="489570" y="59895"/>
                </a:cubicBezTo>
                <a:cubicBezTo>
                  <a:pt x="484003" y="66699"/>
                  <a:pt x="454829" y="80513"/>
                  <a:pt x="404831" y="80513"/>
                </a:cubicBezTo>
                <a:cubicBezTo>
                  <a:pt x="354833" y="80513"/>
                  <a:pt x="325658" y="66699"/>
                  <a:pt x="320092" y="59895"/>
                </a:cubicBezTo>
                <a:cubicBezTo>
                  <a:pt x="325658" y="53194"/>
                  <a:pt x="354833" y="39277"/>
                  <a:pt x="404831" y="39277"/>
                </a:cubicBezTo>
                <a:close/>
                <a:moveTo>
                  <a:pt x="404831" y="463488"/>
                </a:moveTo>
                <a:cubicBezTo>
                  <a:pt x="351843" y="463488"/>
                  <a:pt x="322256" y="447922"/>
                  <a:pt x="319576" y="442871"/>
                </a:cubicBezTo>
                <a:lnTo>
                  <a:pt x="319576" y="433386"/>
                </a:lnTo>
                <a:cubicBezTo>
                  <a:pt x="343287" y="443386"/>
                  <a:pt x="374626" y="448128"/>
                  <a:pt x="404831" y="448128"/>
                </a:cubicBezTo>
                <a:cubicBezTo>
                  <a:pt x="435036" y="448128"/>
                  <a:pt x="466581" y="443283"/>
                  <a:pt x="490292" y="433283"/>
                </a:cubicBezTo>
                <a:lnTo>
                  <a:pt x="490292" y="441737"/>
                </a:lnTo>
                <a:cubicBezTo>
                  <a:pt x="487405" y="447922"/>
                  <a:pt x="457819" y="463488"/>
                  <a:pt x="404831" y="463488"/>
                </a:cubicBezTo>
                <a:close/>
                <a:moveTo>
                  <a:pt x="124635" y="163499"/>
                </a:moveTo>
                <a:cubicBezTo>
                  <a:pt x="64637" y="163499"/>
                  <a:pt x="0" y="182261"/>
                  <a:pt x="0" y="223394"/>
                </a:cubicBezTo>
                <a:lnTo>
                  <a:pt x="103" y="223909"/>
                </a:lnTo>
                <a:lnTo>
                  <a:pt x="0" y="224116"/>
                </a:lnTo>
                <a:lnTo>
                  <a:pt x="0" y="442149"/>
                </a:lnTo>
                <a:cubicBezTo>
                  <a:pt x="0" y="483385"/>
                  <a:pt x="64637" y="502147"/>
                  <a:pt x="124635" y="502147"/>
                </a:cubicBezTo>
                <a:cubicBezTo>
                  <a:pt x="184633" y="502147"/>
                  <a:pt x="249269" y="483385"/>
                  <a:pt x="249269" y="442149"/>
                </a:cubicBezTo>
                <a:lnTo>
                  <a:pt x="249269" y="224219"/>
                </a:lnTo>
                <a:lnTo>
                  <a:pt x="249269" y="224013"/>
                </a:lnTo>
                <a:lnTo>
                  <a:pt x="249269" y="223497"/>
                </a:lnTo>
                <a:cubicBezTo>
                  <a:pt x="249166" y="182261"/>
                  <a:pt x="184633" y="163499"/>
                  <a:pt x="124635" y="163499"/>
                </a:cubicBezTo>
                <a:close/>
                <a:moveTo>
                  <a:pt x="39277" y="323390"/>
                </a:moveTo>
                <a:cubicBezTo>
                  <a:pt x="62987" y="333390"/>
                  <a:pt x="94326" y="338132"/>
                  <a:pt x="124532" y="338132"/>
                </a:cubicBezTo>
                <a:cubicBezTo>
                  <a:pt x="154737" y="338132"/>
                  <a:pt x="186179" y="333287"/>
                  <a:pt x="209889" y="323287"/>
                </a:cubicBezTo>
                <a:lnTo>
                  <a:pt x="209889" y="331638"/>
                </a:lnTo>
                <a:cubicBezTo>
                  <a:pt x="206797" y="337926"/>
                  <a:pt x="177210" y="353286"/>
                  <a:pt x="124532" y="353286"/>
                </a:cubicBezTo>
                <a:cubicBezTo>
                  <a:pt x="71544" y="353286"/>
                  <a:pt x="41957" y="337720"/>
                  <a:pt x="39277" y="332668"/>
                </a:cubicBezTo>
                <a:lnTo>
                  <a:pt x="39277" y="323390"/>
                </a:lnTo>
                <a:close/>
                <a:moveTo>
                  <a:pt x="209889" y="277207"/>
                </a:moveTo>
                <a:cubicBezTo>
                  <a:pt x="206694" y="283495"/>
                  <a:pt x="177107" y="298855"/>
                  <a:pt x="124532" y="298855"/>
                </a:cubicBezTo>
                <a:cubicBezTo>
                  <a:pt x="71544" y="298855"/>
                  <a:pt x="41957" y="283289"/>
                  <a:pt x="39277" y="278237"/>
                </a:cubicBezTo>
                <a:lnTo>
                  <a:pt x="39277" y="268753"/>
                </a:lnTo>
                <a:cubicBezTo>
                  <a:pt x="62987" y="278753"/>
                  <a:pt x="94326" y="283495"/>
                  <a:pt x="124532" y="283495"/>
                </a:cubicBezTo>
                <a:cubicBezTo>
                  <a:pt x="154737" y="283495"/>
                  <a:pt x="186179" y="278753"/>
                  <a:pt x="209889" y="268753"/>
                </a:cubicBezTo>
                <a:lnTo>
                  <a:pt x="209889" y="277207"/>
                </a:lnTo>
                <a:close/>
                <a:moveTo>
                  <a:pt x="39277" y="377925"/>
                </a:moveTo>
                <a:cubicBezTo>
                  <a:pt x="62987" y="387924"/>
                  <a:pt x="94326" y="392666"/>
                  <a:pt x="124532" y="392666"/>
                </a:cubicBezTo>
                <a:cubicBezTo>
                  <a:pt x="154737" y="392666"/>
                  <a:pt x="186282" y="387924"/>
                  <a:pt x="209992" y="377821"/>
                </a:cubicBezTo>
                <a:lnTo>
                  <a:pt x="209992" y="386584"/>
                </a:lnTo>
                <a:cubicBezTo>
                  <a:pt x="207003" y="392769"/>
                  <a:pt x="177416" y="408336"/>
                  <a:pt x="124532" y="408336"/>
                </a:cubicBezTo>
                <a:cubicBezTo>
                  <a:pt x="71647" y="408336"/>
                  <a:pt x="41957" y="392769"/>
                  <a:pt x="39277" y="387718"/>
                </a:cubicBezTo>
                <a:lnTo>
                  <a:pt x="39277" y="377925"/>
                </a:lnTo>
                <a:close/>
                <a:moveTo>
                  <a:pt x="124532" y="202776"/>
                </a:moveTo>
                <a:cubicBezTo>
                  <a:pt x="174530" y="202776"/>
                  <a:pt x="203704" y="216590"/>
                  <a:pt x="209271" y="223394"/>
                </a:cubicBezTo>
                <a:cubicBezTo>
                  <a:pt x="203704" y="230198"/>
                  <a:pt x="174530" y="244012"/>
                  <a:pt x="124532" y="244012"/>
                </a:cubicBezTo>
                <a:cubicBezTo>
                  <a:pt x="74533" y="244012"/>
                  <a:pt x="45359" y="230198"/>
                  <a:pt x="39792" y="223394"/>
                </a:cubicBezTo>
                <a:cubicBezTo>
                  <a:pt x="45462" y="216693"/>
                  <a:pt x="74636" y="202776"/>
                  <a:pt x="124532" y="202776"/>
                </a:cubicBezTo>
                <a:lnTo>
                  <a:pt x="124532" y="202776"/>
                </a:lnTo>
                <a:close/>
                <a:moveTo>
                  <a:pt x="124532" y="462870"/>
                </a:moveTo>
                <a:cubicBezTo>
                  <a:pt x="71544" y="462870"/>
                  <a:pt x="41957" y="447303"/>
                  <a:pt x="39277" y="442252"/>
                </a:cubicBezTo>
                <a:lnTo>
                  <a:pt x="39277" y="432974"/>
                </a:lnTo>
                <a:cubicBezTo>
                  <a:pt x="62987" y="442974"/>
                  <a:pt x="94326" y="447716"/>
                  <a:pt x="124532" y="447716"/>
                </a:cubicBezTo>
                <a:cubicBezTo>
                  <a:pt x="154737" y="447716"/>
                  <a:pt x="186282" y="442871"/>
                  <a:pt x="209992" y="432871"/>
                </a:cubicBezTo>
                <a:lnTo>
                  <a:pt x="209992" y="441118"/>
                </a:lnTo>
                <a:cubicBezTo>
                  <a:pt x="207209" y="447303"/>
                  <a:pt x="177622" y="462870"/>
                  <a:pt x="124532" y="462870"/>
                </a:cubicBezTo>
                <a:lnTo>
                  <a:pt x="124532" y="462870"/>
                </a:lnTo>
                <a:close/>
              </a:path>
            </a:pathLst>
          </a:custGeom>
          <a:solidFill>
            <a:srgbClr val="2CB5E8"/>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366" name="Google Shape;755;p70"/>
          <p:cNvSpPr/>
          <p:nvPr/>
        </p:nvSpPr>
        <p:spPr>
          <a:xfrm>
            <a:off x="365760" y="1962410"/>
            <a:ext cx="1735200" cy="73116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spcAft>
                <a:spcPts val="1001"/>
              </a:spcAft>
              <a:tabLst>
                <a:tab pos="0" algn="l"/>
              </a:tabLst>
            </a:pPr>
            <a:r>
              <a:rPr lang="en" sz="1800" b="1" u="none" strike="noStrike">
                <a:solidFill>
                  <a:schemeClr val="dk2"/>
                </a:solidFill>
                <a:effectLst/>
                <a:uFillTx/>
                <a:latin typeface="Arial"/>
                <a:ea typeface="Arial"/>
              </a:rPr>
              <a:t>Education On Snowflake</a:t>
            </a:r>
            <a:endParaRPr lang="en-GB" sz="1800" b="0" u="none" strike="noStrike">
              <a:solidFill>
                <a:srgbClr val="000000"/>
              </a:solidFill>
              <a:effectLst/>
              <a:uFillTx/>
              <a:latin typeface="Arial"/>
            </a:endParaRPr>
          </a:p>
        </p:txBody>
      </p:sp>
      <p:sp>
        <p:nvSpPr>
          <p:cNvPr id="367" name="Google Shape;756;p70"/>
          <p:cNvSpPr/>
          <p:nvPr/>
        </p:nvSpPr>
        <p:spPr>
          <a:xfrm>
            <a:off x="2459520" y="1962410"/>
            <a:ext cx="1780200" cy="73116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spcAft>
                <a:spcPts val="1001"/>
              </a:spcAft>
              <a:tabLst>
                <a:tab pos="0" algn="l"/>
              </a:tabLst>
            </a:pPr>
            <a:r>
              <a:rPr lang="en" sz="1800" b="1" u="none" strike="noStrike">
                <a:solidFill>
                  <a:schemeClr val="dk2"/>
                </a:solidFill>
                <a:effectLst/>
                <a:uFillTx/>
                <a:latin typeface="Arial"/>
                <a:ea typeface="Arial"/>
              </a:rPr>
              <a:t>Mining On Snowflake</a:t>
            </a:r>
            <a:endParaRPr lang="en-GB" sz="1800" b="0" u="none" strike="noStrike">
              <a:solidFill>
                <a:srgbClr val="000000"/>
              </a:solidFill>
              <a:effectLst/>
              <a:uFillTx/>
              <a:latin typeface="Arial"/>
            </a:endParaRPr>
          </a:p>
        </p:txBody>
      </p:sp>
      <p:sp>
        <p:nvSpPr>
          <p:cNvPr id="368" name="Google Shape;757;p70"/>
          <p:cNvSpPr/>
          <p:nvPr/>
        </p:nvSpPr>
        <p:spPr>
          <a:xfrm>
            <a:off x="4673160" y="1962410"/>
            <a:ext cx="1891080" cy="73116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spcAft>
                <a:spcPts val="1001"/>
              </a:spcAft>
              <a:tabLst>
                <a:tab pos="0" algn="l"/>
              </a:tabLst>
            </a:pPr>
            <a:r>
              <a:rPr lang="en" sz="1800" b="1" u="none" strike="noStrike">
                <a:solidFill>
                  <a:schemeClr val="dk2"/>
                </a:solidFill>
                <a:effectLst/>
                <a:uFillTx/>
                <a:latin typeface="Arial"/>
                <a:ea typeface="Arial"/>
              </a:rPr>
              <a:t>Data Providers On Snowflake</a:t>
            </a:r>
            <a:endParaRPr lang="en-GB" sz="1800" b="0" u="none" strike="noStrike">
              <a:solidFill>
                <a:srgbClr val="000000"/>
              </a:solidFill>
              <a:effectLst/>
              <a:uFillTx/>
              <a:latin typeface="Arial"/>
            </a:endParaRPr>
          </a:p>
        </p:txBody>
      </p:sp>
      <p:sp>
        <p:nvSpPr>
          <p:cNvPr id="369" name="Google Shape;758;p70"/>
          <p:cNvSpPr/>
          <p:nvPr/>
        </p:nvSpPr>
        <p:spPr>
          <a:xfrm>
            <a:off x="4849560" y="1318010"/>
            <a:ext cx="562320" cy="636840"/>
          </a:xfrm>
          <a:custGeom>
            <a:avLst/>
            <a:gdLst>
              <a:gd name="textAreaLeft" fmla="*/ 0 w 562320"/>
              <a:gd name="textAreaRight" fmla="*/ 565200 w 562320"/>
              <a:gd name="textAreaTop" fmla="*/ 0 h 636840"/>
              <a:gd name="textAreaBottom" fmla="*/ 639720 h 636840"/>
            </a:gdLst>
            <a:ahLst/>
            <a:cxnLst/>
            <a:rect l="textAreaLeft" t="textAreaTop" r="textAreaRight" b="textAreaBottom"/>
            <a:pathLst>
              <a:path w="556888" h="627137">
                <a:moveTo>
                  <a:pt x="278821" y="197954"/>
                </a:moveTo>
                <a:cubicBezTo>
                  <a:pt x="226246" y="197954"/>
                  <a:pt x="173052" y="215480"/>
                  <a:pt x="173052" y="248983"/>
                </a:cubicBezTo>
                <a:lnTo>
                  <a:pt x="173052" y="378154"/>
                </a:lnTo>
                <a:cubicBezTo>
                  <a:pt x="173052" y="411658"/>
                  <a:pt x="226246" y="429183"/>
                  <a:pt x="278821" y="429183"/>
                </a:cubicBezTo>
                <a:cubicBezTo>
                  <a:pt x="331397" y="429183"/>
                  <a:pt x="384591" y="411658"/>
                  <a:pt x="384591" y="378154"/>
                </a:cubicBezTo>
                <a:lnTo>
                  <a:pt x="384591" y="248880"/>
                </a:lnTo>
                <a:cubicBezTo>
                  <a:pt x="384591" y="215376"/>
                  <a:pt x="331397" y="197954"/>
                  <a:pt x="278821" y="197954"/>
                </a:cubicBezTo>
                <a:close/>
                <a:moveTo>
                  <a:pt x="360983" y="378051"/>
                </a:moveTo>
                <a:cubicBezTo>
                  <a:pt x="360983" y="387329"/>
                  <a:pt x="332015" y="405473"/>
                  <a:pt x="278821" y="405473"/>
                </a:cubicBezTo>
                <a:cubicBezTo>
                  <a:pt x="225627" y="405473"/>
                  <a:pt x="196659" y="387329"/>
                  <a:pt x="196659" y="378051"/>
                </a:cubicBezTo>
                <a:lnTo>
                  <a:pt x="196659" y="368464"/>
                </a:lnTo>
                <a:cubicBezTo>
                  <a:pt x="217071" y="380216"/>
                  <a:pt x="247998" y="386298"/>
                  <a:pt x="278821" y="386298"/>
                </a:cubicBezTo>
                <a:cubicBezTo>
                  <a:pt x="309645" y="386298"/>
                  <a:pt x="340572" y="380216"/>
                  <a:pt x="360983" y="368464"/>
                </a:cubicBezTo>
                <a:lnTo>
                  <a:pt x="360983" y="378051"/>
                </a:lnTo>
                <a:close/>
                <a:moveTo>
                  <a:pt x="360983" y="335269"/>
                </a:moveTo>
                <a:cubicBezTo>
                  <a:pt x="360983" y="344547"/>
                  <a:pt x="332015" y="362691"/>
                  <a:pt x="278821" y="362691"/>
                </a:cubicBezTo>
                <a:cubicBezTo>
                  <a:pt x="225627" y="362691"/>
                  <a:pt x="196659" y="344547"/>
                  <a:pt x="196659" y="335269"/>
                </a:cubicBezTo>
                <a:lnTo>
                  <a:pt x="196659" y="323723"/>
                </a:lnTo>
                <a:cubicBezTo>
                  <a:pt x="217071" y="335475"/>
                  <a:pt x="247998" y="341557"/>
                  <a:pt x="278821" y="341557"/>
                </a:cubicBezTo>
                <a:cubicBezTo>
                  <a:pt x="309645" y="341557"/>
                  <a:pt x="340572" y="335475"/>
                  <a:pt x="360983" y="323723"/>
                </a:cubicBezTo>
                <a:lnTo>
                  <a:pt x="360983" y="335269"/>
                </a:lnTo>
                <a:close/>
                <a:moveTo>
                  <a:pt x="360983" y="290528"/>
                </a:moveTo>
                <a:cubicBezTo>
                  <a:pt x="360983" y="299806"/>
                  <a:pt x="332015" y="317950"/>
                  <a:pt x="278821" y="317950"/>
                </a:cubicBezTo>
                <a:cubicBezTo>
                  <a:pt x="225627" y="317950"/>
                  <a:pt x="196659" y="299806"/>
                  <a:pt x="196659" y="290528"/>
                </a:cubicBezTo>
                <a:lnTo>
                  <a:pt x="196659" y="282075"/>
                </a:lnTo>
                <a:cubicBezTo>
                  <a:pt x="217071" y="293827"/>
                  <a:pt x="247998" y="299909"/>
                  <a:pt x="278821" y="299909"/>
                </a:cubicBezTo>
                <a:cubicBezTo>
                  <a:pt x="309645" y="299909"/>
                  <a:pt x="340572" y="293827"/>
                  <a:pt x="360983" y="282075"/>
                </a:cubicBezTo>
                <a:lnTo>
                  <a:pt x="360983" y="290528"/>
                </a:lnTo>
                <a:close/>
                <a:moveTo>
                  <a:pt x="278821" y="276302"/>
                </a:moveTo>
                <a:lnTo>
                  <a:pt x="278821" y="276302"/>
                </a:lnTo>
                <a:cubicBezTo>
                  <a:pt x="225627" y="276302"/>
                  <a:pt x="196659" y="258262"/>
                  <a:pt x="196659" y="248880"/>
                </a:cubicBezTo>
                <a:cubicBezTo>
                  <a:pt x="196659" y="239499"/>
                  <a:pt x="225730" y="221459"/>
                  <a:pt x="278821" y="221459"/>
                </a:cubicBezTo>
                <a:cubicBezTo>
                  <a:pt x="332015" y="221459"/>
                  <a:pt x="360983" y="239602"/>
                  <a:pt x="360983" y="248880"/>
                </a:cubicBezTo>
                <a:cubicBezTo>
                  <a:pt x="360983" y="258158"/>
                  <a:pt x="332015" y="276302"/>
                  <a:pt x="278821" y="276302"/>
                </a:cubicBezTo>
                <a:close/>
                <a:moveTo>
                  <a:pt x="531905" y="402792"/>
                </a:moveTo>
                <a:lnTo>
                  <a:pt x="531905" y="402792"/>
                </a:lnTo>
                <a:cubicBezTo>
                  <a:pt x="512215" y="391246"/>
                  <a:pt x="487164" y="394854"/>
                  <a:pt x="471495" y="411452"/>
                </a:cubicBezTo>
                <a:lnTo>
                  <a:pt x="452939" y="400731"/>
                </a:lnTo>
                <a:cubicBezTo>
                  <a:pt x="480979" y="345887"/>
                  <a:pt x="481082" y="281044"/>
                  <a:pt x="453454" y="225995"/>
                </a:cubicBezTo>
                <a:lnTo>
                  <a:pt x="471495" y="215480"/>
                </a:lnTo>
                <a:cubicBezTo>
                  <a:pt x="477680" y="222077"/>
                  <a:pt x="485618" y="226716"/>
                  <a:pt x="494381" y="229087"/>
                </a:cubicBezTo>
                <a:cubicBezTo>
                  <a:pt x="507060" y="232489"/>
                  <a:pt x="520565" y="230737"/>
                  <a:pt x="532008" y="224036"/>
                </a:cubicBezTo>
                <a:cubicBezTo>
                  <a:pt x="555719" y="210428"/>
                  <a:pt x="563966" y="180120"/>
                  <a:pt x="550255" y="156409"/>
                </a:cubicBezTo>
                <a:cubicBezTo>
                  <a:pt x="536647" y="132699"/>
                  <a:pt x="506339" y="124452"/>
                  <a:pt x="482628" y="138163"/>
                </a:cubicBezTo>
                <a:cubicBezTo>
                  <a:pt x="462732" y="149606"/>
                  <a:pt x="453351" y="173110"/>
                  <a:pt x="459743" y="195068"/>
                </a:cubicBezTo>
                <a:lnTo>
                  <a:pt x="441702" y="205583"/>
                </a:lnTo>
                <a:cubicBezTo>
                  <a:pt x="407889" y="154348"/>
                  <a:pt x="351911" y="121978"/>
                  <a:pt x="290573" y="118267"/>
                </a:cubicBezTo>
                <a:lnTo>
                  <a:pt x="290573" y="97649"/>
                </a:lnTo>
                <a:cubicBezTo>
                  <a:pt x="317170" y="91154"/>
                  <a:pt x="333459" y="64351"/>
                  <a:pt x="326861" y="37754"/>
                </a:cubicBezTo>
                <a:cubicBezTo>
                  <a:pt x="320366" y="11157"/>
                  <a:pt x="293563" y="-5131"/>
                  <a:pt x="266966" y="1467"/>
                </a:cubicBezTo>
                <a:cubicBezTo>
                  <a:pt x="240369" y="7961"/>
                  <a:pt x="224081" y="34764"/>
                  <a:pt x="230679" y="61361"/>
                </a:cubicBezTo>
                <a:cubicBezTo>
                  <a:pt x="235112" y="79299"/>
                  <a:pt x="249029" y="93319"/>
                  <a:pt x="266966" y="97649"/>
                </a:cubicBezTo>
                <a:lnTo>
                  <a:pt x="266966" y="118163"/>
                </a:lnTo>
                <a:cubicBezTo>
                  <a:pt x="205628" y="121875"/>
                  <a:pt x="149651" y="154245"/>
                  <a:pt x="115837" y="205583"/>
                </a:cubicBezTo>
                <a:lnTo>
                  <a:pt x="97900" y="195171"/>
                </a:lnTo>
                <a:cubicBezTo>
                  <a:pt x="105735" y="168677"/>
                  <a:pt x="90581" y="140843"/>
                  <a:pt x="64087" y="133111"/>
                </a:cubicBezTo>
                <a:cubicBezTo>
                  <a:pt x="37593" y="125380"/>
                  <a:pt x="9759" y="140431"/>
                  <a:pt x="2027" y="166925"/>
                </a:cubicBezTo>
                <a:cubicBezTo>
                  <a:pt x="-5705" y="193418"/>
                  <a:pt x="9346" y="221253"/>
                  <a:pt x="35840" y="228984"/>
                </a:cubicBezTo>
                <a:cubicBezTo>
                  <a:pt x="53778" y="234242"/>
                  <a:pt x="73159" y="229087"/>
                  <a:pt x="86148" y="215583"/>
                </a:cubicBezTo>
                <a:lnTo>
                  <a:pt x="104188" y="226098"/>
                </a:lnTo>
                <a:cubicBezTo>
                  <a:pt x="76457" y="281044"/>
                  <a:pt x="76664" y="345990"/>
                  <a:pt x="104704" y="400834"/>
                </a:cubicBezTo>
                <a:lnTo>
                  <a:pt x="86148" y="411555"/>
                </a:lnTo>
                <a:cubicBezTo>
                  <a:pt x="67179" y="391865"/>
                  <a:pt x="35840" y="391143"/>
                  <a:pt x="16047" y="410112"/>
                </a:cubicBezTo>
                <a:cubicBezTo>
                  <a:pt x="-3746" y="429080"/>
                  <a:pt x="-4364" y="460419"/>
                  <a:pt x="14604" y="480212"/>
                </a:cubicBezTo>
                <a:cubicBezTo>
                  <a:pt x="33572" y="500005"/>
                  <a:pt x="64911" y="500624"/>
                  <a:pt x="84705" y="481655"/>
                </a:cubicBezTo>
                <a:cubicBezTo>
                  <a:pt x="98003" y="468872"/>
                  <a:pt x="103158" y="449698"/>
                  <a:pt x="97900" y="431967"/>
                </a:cubicBezTo>
                <a:lnTo>
                  <a:pt x="116456" y="421245"/>
                </a:lnTo>
                <a:cubicBezTo>
                  <a:pt x="150372" y="471965"/>
                  <a:pt x="206040" y="503923"/>
                  <a:pt x="266966" y="507634"/>
                </a:cubicBezTo>
                <a:lnTo>
                  <a:pt x="266966" y="529489"/>
                </a:lnTo>
                <a:cubicBezTo>
                  <a:pt x="240369" y="535983"/>
                  <a:pt x="224081" y="562787"/>
                  <a:pt x="230679" y="589384"/>
                </a:cubicBezTo>
                <a:cubicBezTo>
                  <a:pt x="237173" y="615981"/>
                  <a:pt x="263976" y="632269"/>
                  <a:pt x="290573" y="625671"/>
                </a:cubicBezTo>
                <a:cubicBezTo>
                  <a:pt x="317170" y="619176"/>
                  <a:pt x="333459" y="592373"/>
                  <a:pt x="326861" y="565776"/>
                </a:cubicBezTo>
                <a:cubicBezTo>
                  <a:pt x="322428" y="547839"/>
                  <a:pt x="308511" y="533819"/>
                  <a:pt x="290573" y="529489"/>
                </a:cubicBezTo>
                <a:lnTo>
                  <a:pt x="290573" y="507634"/>
                </a:lnTo>
                <a:cubicBezTo>
                  <a:pt x="351499" y="503923"/>
                  <a:pt x="407167" y="471965"/>
                  <a:pt x="441083" y="421245"/>
                </a:cubicBezTo>
                <a:lnTo>
                  <a:pt x="459639" y="431967"/>
                </a:lnTo>
                <a:cubicBezTo>
                  <a:pt x="452011" y="458254"/>
                  <a:pt x="467165" y="485676"/>
                  <a:pt x="493350" y="493305"/>
                </a:cubicBezTo>
                <a:cubicBezTo>
                  <a:pt x="519637" y="500933"/>
                  <a:pt x="547059" y="485779"/>
                  <a:pt x="554688" y="459594"/>
                </a:cubicBezTo>
                <a:cubicBezTo>
                  <a:pt x="561079" y="437533"/>
                  <a:pt x="551698" y="414235"/>
                  <a:pt x="531905" y="402792"/>
                </a:cubicBezTo>
                <a:close/>
                <a:moveTo>
                  <a:pt x="498092" y="165688"/>
                </a:moveTo>
                <a:cubicBezTo>
                  <a:pt x="506751" y="160636"/>
                  <a:pt x="517782" y="163626"/>
                  <a:pt x="522833" y="172285"/>
                </a:cubicBezTo>
                <a:cubicBezTo>
                  <a:pt x="527884" y="180945"/>
                  <a:pt x="524895" y="191975"/>
                  <a:pt x="516235" y="197027"/>
                </a:cubicBezTo>
                <a:cubicBezTo>
                  <a:pt x="512112" y="199501"/>
                  <a:pt x="507060" y="200119"/>
                  <a:pt x="502421" y="198882"/>
                </a:cubicBezTo>
                <a:lnTo>
                  <a:pt x="502525" y="198882"/>
                </a:lnTo>
                <a:cubicBezTo>
                  <a:pt x="497886" y="197645"/>
                  <a:pt x="493968" y="194656"/>
                  <a:pt x="491494" y="190429"/>
                </a:cubicBezTo>
                <a:cubicBezTo>
                  <a:pt x="486443" y="181769"/>
                  <a:pt x="489432" y="170636"/>
                  <a:pt x="498092" y="165688"/>
                </a:cubicBezTo>
                <a:close/>
                <a:moveTo>
                  <a:pt x="66045" y="189913"/>
                </a:moveTo>
                <a:cubicBezTo>
                  <a:pt x="61200" y="198676"/>
                  <a:pt x="50170" y="201769"/>
                  <a:pt x="41407" y="196924"/>
                </a:cubicBezTo>
                <a:cubicBezTo>
                  <a:pt x="41201" y="196820"/>
                  <a:pt x="40995" y="196717"/>
                  <a:pt x="40892" y="196614"/>
                </a:cubicBezTo>
                <a:cubicBezTo>
                  <a:pt x="32335" y="191460"/>
                  <a:pt x="29552" y="180326"/>
                  <a:pt x="34706" y="171770"/>
                </a:cubicBezTo>
                <a:cubicBezTo>
                  <a:pt x="39861" y="163213"/>
                  <a:pt x="50994" y="160430"/>
                  <a:pt x="59551" y="165584"/>
                </a:cubicBezTo>
                <a:cubicBezTo>
                  <a:pt x="67901" y="170636"/>
                  <a:pt x="70788" y="181460"/>
                  <a:pt x="66045" y="189913"/>
                </a:cubicBezTo>
                <a:close/>
                <a:moveTo>
                  <a:pt x="59551" y="461347"/>
                </a:moveTo>
                <a:cubicBezTo>
                  <a:pt x="50891" y="466398"/>
                  <a:pt x="39861" y="463409"/>
                  <a:pt x="34809" y="454749"/>
                </a:cubicBezTo>
                <a:cubicBezTo>
                  <a:pt x="29758" y="446090"/>
                  <a:pt x="32748" y="435059"/>
                  <a:pt x="41407" y="430008"/>
                </a:cubicBezTo>
                <a:cubicBezTo>
                  <a:pt x="44191" y="428358"/>
                  <a:pt x="47283" y="427534"/>
                  <a:pt x="50479" y="427534"/>
                </a:cubicBezTo>
                <a:cubicBezTo>
                  <a:pt x="52025" y="427534"/>
                  <a:pt x="53675" y="427740"/>
                  <a:pt x="55221" y="428152"/>
                </a:cubicBezTo>
                <a:lnTo>
                  <a:pt x="55221" y="428152"/>
                </a:lnTo>
                <a:cubicBezTo>
                  <a:pt x="59860" y="429389"/>
                  <a:pt x="63778" y="432379"/>
                  <a:pt x="66252" y="436606"/>
                </a:cubicBezTo>
                <a:cubicBezTo>
                  <a:pt x="71200" y="445265"/>
                  <a:pt x="68210" y="456296"/>
                  <a:pt x="59551" y="461347"/>
                </a:cubicBezTo>
                <a:close/>
                <a:moveTo>
                  <a:pt x="260678" y="49712"/>
                </a:moveTo>
                <a:cubicBezTo>
                  <a:pt x="260678" y="39713"/>
                  <a:pt x="268822" y="31569"/>
                  <a:pt x="278821" y="31569"/>
                </a:cubicBezTo>
                <a:cubicBezTo>
                  <a:pt x="288821" y="31569"/>
                  <a:pt x="296965" y="39713"/>
                  <a:pt x="296965" y="49712"/>
                </a:cubicBezTo>
                <a:cubicBezTo>
                  <a:pt x="296965" y="59712"/>
                  <a:pt x="288821" y="67856"/>
                  <a:pt x="278821" y="67856"/>
                </a:cubicBezTo>
                <a:cubicBezTo>
                  <a:pt x="268822" y="67753"/>
                  <a:pt x="260678" y="59712"/>
                  <a:pt x="260678" y="49712"/>
                </a:cubicBezTo>
                <a:close/>
                <a:moveTo>
                  <a:pt x="296862" y="577322"/>
                </a:moveTo>
                <a:cubicBezTo>
                  <a:pt x="296862" y="587322"/>
                  <a:pt x="288718" y="595466"/>
                  <a:pt x="278718" y="595466"/>
                </a:cubicBezTo>
                <a:cubicBezTo>
                  <a:pt x="268719" y="595466"/>
                  <a:pt x="260575" y="587322"/>
                  <a:pt x="260575" y="577322"/>
                </a:cubicBezTo>
                <a:cubicBezTo>
                  <a:pt x="260575" y="567323"/>
                  <a:pt x="268822" y="559178"/>
                  <a:pt x="278821" y="559178"/>
                </a:cubicBezTo>
                <a:cubicBezTo>
                  <a:pt x="288821" y="559178"/>
                  <a:pt x="296862" y="567323"/>
                  <a:pt x="296862" y="577322"/>
                </a:cubicBezTo>
                <a:close/>
                <a:moveTo>
                  <a:pt x="278821" y="468769"/>
                </a:moveTo>
                <a:cubicBezTo>
                  <a:pt x="192845" y="468769"/>
                  <a:pt x="122848" y="398772"/>
                  <a:pt x="122848" y="312796"/>
                </a:cubicBezTo>
                <a:cubicBezTo>
                  <a:pt x="122848" y="226819"/>
                  <a:pt x="192845" y="156822"/>
                  <a:pt x="278821" y="156822"/>
                </a:cubicBezTo>
                <a:cubicBezTo>
                  <a:pt x="364798" y="156822"/>
                  <a:pt x="434692" y="226819"/>
                  <a:pt x="434692" y="312796"/>
                </a:cubicBezTo>
                <a:cubicBezTo>
                  <a:pt x="434692" y="398772"/>
                  <a:pt x="364798" y="468769"/>
                  <a:pt x="278821" y="468769"/>
                </a:cubicBezTo>
                <a:close/>
                <a:moveTo>
                  <a:pt x="511803" y="463203"/>
                </a:moveTo>
                <a:cubicBezTo>
                  <a:pt x="502112" y="465780"/>
                  <a:pt x="492216" y="460007"/>
                  <a:pt x="489638" y="450316"/>
                </a:cubicBezTo>
                <a:cubicBezTo>
                  <a:pt x="487061" y="440626"/>
                  <a:pt x="492834" y="430730"/>
                  <a:pt x="502525" y="428152"/>
                </a:cubicBezTo>
                <a:cubicBezTo>
                  <a:pt x="504071" y="427740"/>
                  <a:pt x="505617" y="427534"/>
                  <a:pt x="507267" y="427534"/>
                </a:cubicBezTo>
                <a:cubicBezTo>
                  <a:pt x="510462" y="427534"/>
                  <a:pt x="513555" y="428358"/>
                  <a:pt x="516338" y="430008"/>
                </a:cubicBezTo>
                <a:cubicBezTo>
                  <a:pt x="520462" y="432379"/>
                  <a:pt x="523555" y="436399"/>
                  <a:pt x="524792" y="441038"/>
                </a:cubicBezTo>
                <a:cubicBezTo>
                  <a:pt x="527266" y="450729"/>
                  <a:pt x="521493" y="460625"/>
                  <a:pt x="511803" y="463203"/>
                </a:cubicBezTo>
                <a:close/>
              </a:path>
            </a:pathLst>
          </a:custGeom>
          <a:solidFill>
            <a:srgbClr val="2CB5E8"/>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370" name="Google Shape;759;p70"/>
          <p:cNvSpPr/>
          <p:nvPr/>
        </p:nvSpPr>
        <p:spPr>
          <a:xfrm>
            <a:off x="6887160" y="1962410"/>
            <a:ext cx="1891080" cy="73116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spcAft>
                <a:spcPts val="1001"/>
              </a:spcAft>
              <a:tabLst>
                <a:tab pos="0" algn="l"/>
              </a:tabLst>
            </a:pPr>
            <a:r>
              <a:rPr lang="en" sz="1800" b="1" u="none" strike="noStrike">
                <a:solidFill>
                  <a:schemeClr val="dk2"/>
                </a:solidFill>
                <a:effectLst/>
                <a:uFillTx/>
                <a:latin typeface="Arial"/>
                <a:ea typeface="Arial"/>
              </a:rPr>
              <a:t>BankingOn Snowflake</a:t>
            </a:r>
            <a:endParaRPr lang="en-GB" sz="1800" b="0" u="none" strike="noStrike">
              <a:solidFill>
                <a:srgbClr val="000000"/>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 name="PlaceHolder 1"/>
          <p:cNvSpPr>
            <a:spLocks noGrp="1"/>
          </p:cNvSpPr>
          <p:nvPr>
            <p:ph/>
          </p:nvPr>
        </p:nvSpPr>
        <p:spPr>
          <a:xfrm>
            <a:off x="365760" y="634320"/>
            <a:ext cx="3824640" cy="457560"/>
          </a:xfrm>
          <a:prstGeom prst="rect">
            <a:avLst/>
          </a:prstGeom>
          <a:noFill/>
          <a:ln w="0">
            <a:noFill/>
          </a:ln>
        </p:spPr>
        <p:txBody>
          <a:bodyPr lIns="91440" tIns="91440" rIns="91440" bIns="91440" anchor="t">
            <a:spAutoFit/>
          </a:bodyPr>
          <a:lstStyle/>
          <a:p>
            <a:pPr indent="0">
              <a:lnSpc>
                <a:spcPct val="105000"/>
              </a:lnSpc>
              <a:spcAft>
                <a:spcPts val="1001"/>
              </a:spcAft>
              <a:buNone/>
              <a:tabLst>
                <a:tab pos="0" algn="l"/>
              </a:tabLst>
            </a:pPr>
            <a:r>
              <a:rPr lang="en" sz="1600" b="0" u="none" strike="noStrike" dirty="0">
                <a:solidFill>
                  <a:srgbClr val="5B5B5B"/>
                </a:solidFill>
                <a:effectLst/>
                <a:uFillTx/>
                <a:latin typeface="Arial"/>
                <a:ea typeface="Arial"/>
              </a:rPr>
              <a:t>One side for graphic, the other for text</a:t>
            </a:r>
            <a:endParaRPr lang="en-GB" sz="1600" b="0" u="none" strike="noStrike" dirty="0">
              <a:solidFill>
                <a:srgbClr val="000000"/>
              </a:solidFill>
              <a:effectLst/>
              <a:uFillTx/>
              <a:latin typeface="Arial"/>
            </a:endParaRPr>
          </a:p>
        </p:txBody>
      </p:sp>
      <p:sp>
        <p:nvSpPr>
          <p:cNvPr id="372" name="PlaceHolder 2"/>
          <p:cNvSpPr>
            <a:spLocks noGrp="1"/>
          </p:cNvSpPr>
          <p:nvPr>
            <p:ph type="title"/>
          </p:nvPr>
        </p:nvSpPr>
        <p:spPr>
          <a:xfrm>
            <a:off x="365760" y="274320"/>
            <a:ext cx="3976200" cy="581760"/>
          </a:xfrm>
          <a:prstGeom prst="rect">
            <a:avLst/>
          </a:prstGeom>
          <a:noFill/>
          <a:ln w="0">
            <a:noFill/>
          </a:ln>
        </p:spPr>
        <p:txBody>
          <a:bodyPr lIns="91440" tIns="91440" rIns="91440" bIns="91440" anchor="t">
            <a:sp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Split Slide</a:t>
            </a:r>
            <a:endParaRPr lang="en-GB" sz="2600" b="0" u="none" strike="noStrike">
              <a:solidFill>
                <a:srgbClr val="000000"/>
              </a:solidFill>
              <a:effectLst/>
              <a:uFillTx/>
              <a:latin typeface="Arial"/>
            </a:endParaRPr>
          </a:p>
        </p:txBody>
      </p:sp>
      <p:sp>
        <p:nvSpPr>
          <p:cNvPr id="373" name="PlaceHolder 3"/>
          <p:cNvSpPr>
            <a:spLocks noGrp="1"/>
          </p:cNvSpPr>
          <p:nvPr>
            <p:ph type="sldNum" idx="33"/>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88174F52-6B2D-46D5-83F9-DC070636C473}" type="slidenum">
              <a:rPr lang="en" sz="600" b="0" u="none" strike="noStrike">
                <a:solidFill>
                  <a:srgbClr val="FFFFFF"/>
                </a:solidFill>
                <a:effectLst/>
                <a:uFillTx/>
                <a:latin typeface="Arial"/>
                <a:ea typeface="Arial"/>
              </a:rPr>
              <a:t>16</a:t>
            </a:fld>
            <a:endParaRPr lang="en-GB" sz="600" b="0" u="none" strike="noStrike">
              <a:solidFill>
                <a:srgbClr val="000000"/>
              </a:solidFill>
              <a:effectLst/>
              <a:uFillTx/>
              <a:latin typeface="Times New Roman"/>
            </a:endParaRPr>
          </a:p>
        </p:txBody>
      </p:sp>
      <p:pic>
        <p:nvPicPr>
          <p:cNvPr id="374" name="Google Shape;767;p71"/>
          <p:cNvPicPr/>
          <p:nvPr/>
        </p:nvPicPr>
        <p:blipFill>
          <a:blip r:embed="rId2"/>
          <a:srcRect l="5693" t="5133" r="8953" b="2014"/>
          <a:stretch/>
        </p:blipFill>
        <p:spPr>
          <a:xfrm>
            <a:off x="459720" y="1438560"/>
            <a:ext cx="3787920" cy="2789280"/>
          </a:xfrm>
          <a:prstGeom prst="rect">
            <a:avLst/>
          </a:prstGeom>
          <a:noFill/>
          <a:ln w="0">
            <a:noFill/>
          </a:ln>
        </p:spPr>
      </p:pic>
      <p:sp>
        <p:nvSpPr>
          <p:cNvPr id="375" name="PlaceHolder 4"/>
          <p:cNvSpPr>
            <a:spLocks noGrp="1"/>
          </p:cNvSpPr>
          <p:nvPr>
            <p:ph/>
          </p:nvPr>
        </p:nvSpPr>
        <p:spPr>
          <a:xfrm>
            <a:off x="4937760" y="715617"/>
            <a:ext cx="3563640" cy="4920834"/>
          </a:xfrm>
          <a:prstGeom prst="rect">
            <a:avLst/>
          </a:prstGeom>
          <a:noFill/>
          <a:ln w="0">
            <a:noFill/>
          </a:ln>
        </p:spPr>
        <p:txBody>
          <a:bodyPr lIns="91440" tIns="91440" rIns="91440" bIns="91440" anchor="t">
            <a:spAutoFit/>
          </a:bodyPr>
          <a:lstStyle/>
          <a:p>
            <a:pPr indent="0">
              <a:lnSpc>
                <a:spcPct val="115000"/>
              </a:lnSpc>
              <a:buNone/>
              <a:tabLst>
                <a:tab pos="0" algn="l"/>
              </a:tabLst>
            </a:pPr>
            <a:r>
              <a:rPr lang="en" sz="1600" b="0" u="none" strike="noStrike" dirty="0">
                <a:solidFill>
                  <a:schemeClr val="lt1"/>
                </a:solidFill>
                <a:effectLst/>
                <a:uFillTx/>
                <a:latin typeface="Arial"/>
                <a:ea typeface="Arial"/>
              </a:rPr>
              <a:t>Lorem ipsum dolor sit </a:t>
            </a:r>
            <a:r>
              <a:rPr lang="en" sz="1600" b="0" u="none" strike="noStrike" dirty="0" err="1">
                <a:solidFill>
                  <a:schemeClr val="lt1"/>
                </a:solidFill>
                <a:effectLst/>
                <a:uFillTx/>
                <a:latin typeface="Arial"/>
                <a:ea typeface="Arial"/>
              </a:rPr>
              <a:t>amet</a:t>
            </a:r>
            <a:r>
              <a:rPr lang="en" sz="1600" b="0" u="none" strike="noStrike" dirty="0">
                <a:solidFill>
                  <a:schemeClr val="lt1"/>
                </a:solidFill>
                <a:effectLst/>
                <a:uFillTx/>
                <a:latin typeface="Arial"/>
                <a:ea typeface="Arial"/>
              </a:rPr>
              <a:t> </a:t>
            </a:r>
            <a:r>
              <a:rPr lang="en" sz="1600" b="0" u="none" strike="noStrike" dirty="0" err="1">
                <a:solidFill>
                  <a:schemeClr val="lt1"/>
                </a:solidFill>
                <a:effectLst/>
                <a:uFillTx/>
                <a:latin typeface="Arial"/>
                <a:ea typeface="Arial"/>
              </a:rPr>
              <a:t>adipiscing</a:t>
            </a:r>
            <a:r>
              <a:rPr lang="en" sz="1600" b="0" u="none" strike="noStrike" dirty="0">
                <a:solidFill>
                  <a:schemeClr val="lt1"/>
                </a:solidFill>
                <a:effectLst/>
                <a:uFillTx/>
                <a:latin typeface="Arial"/>
                <a:ea typeface="Arial"/>
              </a:rPr>
              <a:t> </a:t>
            </a:r>
            <a:r>
              <a:rPr lang="en" sz="1600" b="0" u="none" strike="noStrike" dirty="0" err="1">
                <a:solidFill>
                  <a:schemeClr val="lt1"/>
                </a:solidFill>
                <a:effectLst/>
                <a:uFillTx/>
                <a:latin typeface="Arial"/>
                <a:ea typeface="Arial"/>
              </a:rPr>
              <a:t>elit</a:t>
            </a:r>
            <a:r>
              <a:rPr lang="en" sz="1600" b="0" u="none" strike="noStrike" dirty="0">
                <a:solidFill>
                  <a:schemeClr val="lt1"/>
                </a:solidFill>
                <a:effectLst/>
                <a:uFillTx/>
                <a:latin typeface="Arial"/>
                <a:ea typeface="Arial"/>
              </a:rPr>
              <a:t> </a:t>
            </a:r>
            <a:r>
              <a:rPr lang="en" sz="1600" b="0" u="none" strike="noStrike" dirty="0" err="1">
                <a:solidFill>
                  <a:schemeClr val="lt1"/>
                </a:solidFill>
                <a:effectLst/>
                <a:uFillTx/>
                <a:latin typeface="Arial"/>
                <a:ea typeface="Arial"/>
              </a:rPr>
              <a:t>eiusmod</a:t>
            </a:r>
            <a:r>
              <a:rPr lang="en" sz="1600" b="0" u="none" strike="noStrike" dirty="0">
                <a:solidFill>
                  <a:schemeClr val="lt1"/>
                </a:solidFill>
                <a:effectLst/>
                <a:uFillTx/>
                <a:latin typeface="Arial"/>
                <a:ea typeface="Arial"/>
              </a:rPr>
              <a:t> </a:t>
            </a:r>
            <a:r>
              <a:rPr lang="en" sz="1600" b="0" u="none" strike="noStrike" dirty="0" err="1">
                <a:solidFill>
                  <a:schemeClr val="lt1"/>
                </a:solidFill>
                <a:effectLst/>
                <a:uFillTx/>
                <a:latin typeface="Arial"/>
                <a:ea typeface="Arial"/>
              </a:rPr>
              <a:t>tempor</a:t>
            </a:r>
            <a:r>
              <a:rPr lang="en" sz="1600" b="0" u="none" strike="noStrike" dirty="0">
                <a:solidFill>
                  <a:schemeClr val="lt1"/>
                </a:solidFill>
                <a:effectLst/>
                <a:uFillTx/>
                <a:latin typeface="Arial"/>
                <a:ea typeface="Arial"/>
              </a:rPr>
              <a:t> </a:t>
            </a:r>
            <a:r>
              <a:rPr lang="en" sz="1600" b="0" u="none" strike="noStrike" dirty="0" err="1">
                <a:solidFill>
                  <a:schemeClr val="lt1"/>
                </a:solidFill>
                <a:effectLst/>
                <a:uFillTx/>
                <a:latin typeface="Arial"/>
                <a:ea typeface="Arial"/>
              </a:rPr>
              <a:t>incididunt</a:t>
            </a:r>
            <a:r>
              <a:rPr lang="en" sz="1600" b="0" u="none" strike="noStrike" dirty="0">
                <a:solidFill>
                  <a:schemeClr val="lt1"/>
                </a:solidFill>
                <a:effectLst/>
                <a:uFillTx/>
                <a:latin typeface="Arial"/>
                <a:ea typeface="Arial"/>
              </a:rPr>
              <a:t> </a:t>
            </a:r>
            <a:r>
              <a:rPr lang="en" sz="1600" b="0" u="none" strike="noStrike" dirty="0" err="1">
                <a:solidFill>
                  <a:schemeClr val="lt1"/>
                </a:solidFill>
                <a:effectLst/>
                <a:uFillTx/>
                <a:latin typeface="Arial"/>
                <a:ea typeface="Arial"/>
              </a:rPr>
              <a:t>ut</a:t>
            </a:r>
            <a:r>
              <a:rPr lang="en" sz="1600" b="0" u="none" strike="noStrike" dirty="0">
                <a:solidFill>
                  <a:schemeClr val="lt1"/>
                </a:solidFill>
                <a:effectLst/>
                <a:uFillTx/>
                <a:latin typeface="Arial"/>
                <a:ea typeface="Arial"/>
              </a:rPr>
              <a:t> labore</a:t>
            </a:r>
            <a:endParaRPr lang="en-GB" sz="1600" b="0" u="none" strike="noStrike" dirty="0">
              <a:solidFill>
                <a:srgbClr val="000000"/>
              </a:solidFill>
              <a:effectLst/>
              <a:uFillTx/>
              <a:latin typeface="Arial"/>
            </a:endParaRPr>
          </a:p>
          <a:p>
            <a:pPr marL="457200" indent="-343080">
              <a:lnSpc>
                <a:spcPct val="115000"/>
              </a:lnSpc>
              <a:spcBef>
                <a:spcPts val="1001"/>
              </a:spcBef>
              <a:buClr>
                <a:srgbClr val="5B5B5B"/>
              </a:buClr>
              <a:buFont typeface="Arial"/>
              <a:buChar char="•"/>
              <a:tabLst>
                <a:tab pos="0" algn="l"/>
              </a:tabLst>
            </a:pPr>
            <a:r>
              <a:rPr lang="en" sz="1600" dirty="0">
                <a:solidFill>
                  <a:schemeClr val="lt1"/>
                </a:solidFill>
                <a:latin typeface="Arial"/>
              </a:rPr>
              <a:t>Lorem ipsum dolor sit </a:t>
            </a:r>
            <a:r>
              <a:rPr lang="en" sz="1600" dirty="0" err="1">
                <a:solidFill>
                  <a:schemeClr val="lt1"/>
                </a:solidFill>
                <a:latin typeface="Arial"/>
              </a:rPr>
              <a:t>amet</a:t>
            </a:r>
            <a:r>
              <a:rPr lang="en" sz="1600" dirty="0">
                <a:solidFill>
                  <a:schemeClr val="lt1"/>
                </a:solidFill>
                <a:latin typeface="Arial"/>
              </a:rPr>
              <a:t>, </a:t>
            </a:r>
            <a:r>
              <a:rPr lang="en" sz="1600" dirty="0" err="1">
                <a:solidFill>
                  <a:schemeClr val="lt1"/>
                </a:solidFill>
                <a:latin typeface="Arial"/>
              </a:rPr>
              <a:t>consectetur</a:t>
            </a:r>
            <a:r>
              <a:rPr lang="en" sz="1600" dirty="0">
                <a:solidFill>
                  <a:schemeClr val="lt1"/>
                </a:solidFill>
                <a:latin typeface="Arial"/>
              </a:rPr>
              <a:t> </a:t>
            </a:r>
            <a:r>
              <a:rPr lang="en" sz="1600" dirty="0" err="1">
                <a:solidFill>
                  <a:schemeClr val="lt1"/>
                </a:solidFill>
                <a:latin typeface="Arial"/>
              </a:rPr>
              <a:t>adipiscing</a:t>
            </a:r>
            <a:r>
              <a:rPr lang="en" sz="1600" dirty="0">
                <a:solidFill>
                  <a:schemeClr val="lt1"/>
                </a:solidFill>
                <a:latin typeface="Arial"/>
              </a:rPr>
              <a:t> </a:t>
            </a:r>
            <a:r>
              <a:rPr lang="en" sz="1600" dirty="0" err="1">
                <a:solidFill>
                  <a:schemeClr val="lt1"/>
                </a:solidFill>
                <a:latin typeface="Arial"/>
              </a:rPr>
              <a:t>elit</a:t>
            </a:r>
            <a:r>
              <a:rPr lang="en" sz="1600" dirty="0">
                <a:solidFill>
                  <a:schemeClr val="lt1"/>
                </a:solidFill>
                <a:latin typeface="Arial"/>
              </a:rPr>
              <a:t>, sed do </a:t>
            </a:r>
            <a:r>
              <a:rPr lang="en" sz="1600" dirty="0" err="1">
                <a:solidFill>
                  <a:schemeClr val="lt1"/>
                </a:solidFill>
                <a:latin typeface="Arial"/>
              </a:rPr>
              <a:t>eiusmod</a:t>
            </a:r>
            <a:r>
              <a:rPr lang="en" sz="1600" dirty="0">
                <a:solidFill>
                  <a:schemeClr val="lt1"/>
                </a:solidFill>
                <a:latin typeface="Arial"/>
              </a:rPr>
              <a:t> </a:t>
            </a:r>
            <a:r>
              <a:rPr lang="en" sz="1600" dirty="0" err="1">
                <a:solidFill>
                  <a:schemeClr val="lt1"/>
                </a:solidFill>
                <a:latin typeface="Arial"/>
              </a:rPr>
              <a:t>tempor</a:t>
            </a:r>
            <a:r>
              <a:rPr lang="en" sz="1600" dirty="0">
                <a:solidFill>
                  <a:schemeClr val="lt1"/>
                </a:solidFill>
                <a:latin typeface="Arial"/>
              </a:rPr>
              <a:t> ed </a:t>
            </a:r>
            <a:r>
              <a:rPr lang="en" sz="1600" dirty="0" err="1">
                <a:solidFill>
                  <a:schemeClr val="lt1"/>
                </a:solidFill>
                <a:latin typeface="Arial"/>
              </a:rPr>
              <a:t>incididunt</a:t>
            </a:r>
            <a:r>
              <a:rPr lang="en" sz="1600" dirty="0">
                <a:solidFill>
                  <a:schemeClr val="lt1"/>
                </a:solidFill>
                <a:latin typeface="Arial"/>
              </a:rPr>
              <a:t> </a:t>
            </a:r>
            <a:r>
              <a:rPr lang="en" sz="1600" dirty="0" err="1">
                <a:solidFill>
                  <a:schemeClr val="lt1"/>
                </a:solidFill>
                <a:latin typeface="Arial"/>
              </a:rPr>
              <a:t>ut</a:t>
            </a:r>
            <a:r>
              <a:rPr lang="en" sz="1600" dirty="0">
                <a:solidFill>
                  <a:schemeClr val="lt1"/>
                </a:solidFill>
                <a:latin typeface="Arial"/>
              </a:rPr>
              <a:t> labore et dolore magna </a:t>
            </a:r>
            <a:r>
              <a:rPr lang="en" sz="1600" dirty="0" err="1">
                <a:solidFill>
                  <a:schemeClr val="lt1"/>
                </a:solidFill>
                <a:latin typeface="Arial"/>
              </a:rPr>
              <a:t>aliqua</a:t>
            </a:r>
            <a:r>
              <a:rPr lang="en" sz="1600" dirty="0">
                <a:solidFill>
                  <a:schemeClr val="lt1"/>
                </a:solidFill>
                <a:latin typeface="Arial"/>
              </a:rPr>
              <a:t>. </a:t>
            </a:r>
          </a:p>
          <a:p>
            <a:pPr marL="457200" indent="-343080">
              <a:lnSpc>
                <a:spcPct val="115000"/>
              </a:lnSpc>
              <a:spcBef>
                <a:spcPts val="1001"/>
              </a:spcBef>
              <a:buClr>
                <a:srgbClr val="5B5B5B"/>
              </a:buClr>
              <a:buFont typeface="Arial"/>
              <a:buChar char="•"/>
              <a:tabLst>
                <a:tab pos="0" algn="l"/>
              </a:tabLst>
            </a:pPr>
            <a:r>
              <a:rPr lang="en" sz="1600" dirty="0">
                <a:solidFill>
                  <a:schemeClr val="lt1"/>
                </a:solidFill>
              </a:rPr>
              <a:t>Lorem ipsum dolor sit </a:t>
            </a:r>
            <a:r>
              <a:rPr lang="en" sz="1600" dirty="0" err="1">
                <a:solidFill>
                  <a:schemeClr val="lt1"/>
                </a:solidFill>
              </a:rPr>
              <a:t>amet</a:t>
            </a:r>
            <a:r>
              <a:rPr lang="en" sz="1600" dirty="0">
                <a:solidFill>
                  <a:schemeClr val="lt1"/>
                </a:solidFill>
              </a:rPr>
              <a:t>, </a:t>
            </a:r>
            <a:r>
              <a:rPr lang="en" sz="1600" dirty="0" err="1">
                <a:solidFill>
                  <a:schemeClr val="lt1"/>
                </a:solidFill>
              </a:rPr>
              <a:t>consectetur</a:t>
            </a:r>
            <a:r>
              <a:rPr lang="en" sz="1600" dirty="0">
                <a:solidFill>
                  <a:schemeClr val="lt1"/>
                </a:solidFill>
              </a:rPr>
              <a:t> </a:t>
            </a:r>
            <a:r>
              <a:rPr lang="en" sz="1600" dirty="0" err="1">
                <a:solidFill>
                  <a:schemeClr val="lt1"/>
                </a:solidFill>
              </a:rPr>
              <a:t>adipiscing</a:t>
            </a:r>
            <a:r>
              <a:rPr lang="en" sz="1600" dirty="0">
                <a:solidFill>
                  <a:schemeClr val="lt1"/>
                </a:solidFill>
              </a:rPr>
              <a:t> </a:t>
            </a:r>
            <a:r>
              <a:rPr lang="en" sz="1600" dirty="0" err="1">
                <a:solidFill>
                  <a:schemeClr val="lt1"/>
                </a:solidFill>
              </a:rPr>
              <a:t>elit</a:t>
            </a:r>
            <a:r>
              <a:rPr lang="en" sz="1600" dirty="0">
                <a:solidFill>
                  <a:schemeClr val="lt1"/>
                </a:solidFill>
              </a:rPr>
              <a:t>, sed do </a:t>
            </a:r>
            <a:r>
              <a:rPr lang="en" sz="1600" dirty="0" err="1">
                <a:solidFill>
                  <a:schemeClr val="lt1"/>
                </a:solidFill>
              </a:rPr>
              <a:t>eiusmod</a:t>
            </a:r>
            <a:r>
              <a:rPr lang="en" sz="1600" dirty="0">
                <a:solidFill>
                  <a:schemeClr val="lt1"/>
                </a:solidFill>
              </a:rPr>
              <a:t> </a:t>
            </a:r>
            <a:r>
              <a:rPr lang="en" sz="1600" dirty="0" err="1">
                <a:solidFill>
                  <a:schemeClr val="lt1"/>
                </a:solidFill>
              </a:rPr>
              <a:t>tempor</a:t>
            </a:r>
            <a:r>
              <a:rPr lang="en" sz="1600" dirty="0">
                <a:solidFill>
                  <a:schemeClr val="lt1"/>
                </a:solidFill>
              </a:rPr>
              <a:t> ed </a:t>
            </a:r>
            <a:r>
              <a:rPr lang="en" sz="1600" dirty="0" err="1">
                <a:solidFill>
                  <a:schemeClr val="lt1"/>
                </a:solidFill>
              </a:rPr>
              <a:t>incididunt</a:t>
            </a:r>
            <a:r>
              <a:rPr lang="en" sz="1600" dirty="0">
                <a:solidFill>
                  <a:schemeClr val="lt1"/>
                </a:solidFill>
              </a:rPr>
              <a:t> </a:t>
            </a:r>
            <a:r>
              <a:rPr lang="en" sz="1600" dirty="0" err="1">
                <a:solidFill>
                  <a:schemeClr val="lt1"/>
                </a:solidFill>
              </a:rPr>
              <a:t>ut</a:t>
            </a:r>
            <a:r>
              <a:rPr lang="en" sz="1600" dirty="0">
                <a:solidFill>
                  <a:schemeClr val="lt1"/>
                </a:solidFill>
              </a:rPr>
              <a:t> labore et dolore magna </a:t>
            </a:r>
            <a:r>
              <a:rPr lang="en" sz="1600" dirty="0" err="1">
                <a:solidFill>
                  <a:schemeClr val="lt1"/>
                </a:solidFill>
              </a:rPr>
              <a:t>aliqua</a:t>
            </a:r>
            <a:r>
              <a:rPr lang="en" sz="1600" dirty="0">
                <a:solidFill>
                  <a:schemeClr val="lt1"/>
                </a:solidFill>
              </a:rPr>
              <a:t>. </a:t>
            </a:r>
            <a:endParaRPr lang="en-GB" sz="1600" dirty="0">
              <a:solidFill>
                <a:schemeClr val="lt1"/>
              </a:solidFill>
            </a:endParaRPr>
          </a:p>
          <a:p>
            <a:pPr marL="457200" indent="-343080">
              <a:lnSpc>
                <a:spcPct val="115000"/>
              </a:lnSpc>
              <a:spcBef>
                <a:spcPts val="1001"/>
              </a:spcBef>
              <a:buClr>
                <a:srgbClr val="5B5B5B"/>
              </a:buClr>
              <a:buFont typeface="Arial"/>
              <a:buChar char="•"/>
              <a:tabLst>
                <a:tab pos="0" algn="l"/>
              </a:tabLst>
            </a:pPr>
            <a:endParaRPr lang="en-GB" sz="1600" dirty="0">
              <a:solidFill>
                <a:schemeClr val="lt1"/>
              </a:solidFill>
              <a:latin typeface="Arial"/>
            </a:endParaRPr>
          </a:p>
          <a:p>
            <a:pPr marL="457200" indent="-343080">
              <a:lnSpc>
                <a:spcPct val="115000"/>
              </a:lnSpc>
              <a:spcBef>
                <a:spcPts val="1001"/>
              </a:spcBef>
              <a:buClr>
                <a:srgbClr val="5B5B5B"/>
              </a:buClr>
              <a:buFont typeface="Arial"/>
              <a:buChar char="•"/>
              <a:tabLst>
                <a:tab pos="0" algn="l"/>
              </a:tabLst>
            </a:pPr>
            <a:endParaRPr lang="en-GB" sz="1600" b="0" u="none" strike="noStrike" dirty="0">
              <a:solidFill>
                <a:srgbClr val="000000"/>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 name="PlaceHolder 1"/>
          <p:cNvSpPr>
            <a:spLocks noGrp="1"/>
          </p:cNvSpPr>
          <p:nvPr>
            <p:ph/>
          </p:nvPr>
        </p:nvSpPr>
        <p:spPr>
          <a:xfrm>
            <a:off x="365760" y="1332000"/>
            <a:ext cx="7481520" cy="2594160"/>
          </a:xfrm>
          <a:prstGeom prst="rect">
            <a:avLst/>
          </a:prstGeom>
          <a:noFill/>
          <a:ln w="0">
            <a:noFill/>
          </a:ln>
        </p:spPr>
        <p:txBody>
          <a:bodyPr lIns="91440" tIns="45720" rIns="91440" bIns="45720" anchor="ctr">
            <a:normAutofit/>
          </a:bodyPr>
          <a:lstStyle/>
          <a:p>
            <a:pPr indent="0">
              <a:lnSpc>
                <a:spcPct val="100000"/>
              </a:lnSpc>
              <a:spcAft>
                <a:spcPts val="1001"/>
              </a:spcAft>
              <a:buNone/>
              <a:tabLst>
                <a:tab pos="0" algn="l"/>
              </a:tabLst>
            </a:pPr>
            <a:r>
              <a:rPr lang="en" sz="4000" b="1" u="none" strike="noStrike" dirty="0">
                <a:solidFill>
                  <a:schemeClr val="lt1"/>
                </a:solidFill>
                <a:effectLst/>
                <a:uFillTx/>
                <a:latin typeface="Arial"/>
                <a:ea typeface="Arial"/>
              </a:rPr>
              <a:t>The wisdom of the wise, and the experience of ages, may be preserved by quotation.</a:t>
            </a:r>
            <a:endParaRPr lang="en-GB" sz="4000" b="0" u="none" strike="noStrike" dirty="0">
              <a:solidFill>
                <a:srgbClr val="FFFFFF"/>
              </a:solidFill>
              <a:effectLst/>
              <a:uFillTx/>
              <a:latin typeface="Arial"/>
            </a:endParaRPr>
          </a:p>
        </p:txBody>
      </p:sp>
      <p:sp>
        <p:nvSpPr>
          <p:cNvPr id="377" name="PlaceHolder 2"/>
          <p:cNvSpPr>
            <a:spLocks noGrp="1"/>
          </p:cNvSpPr>
          <p:nvPr>
            <p:ph type="sldNum" idx="34"/>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E8748C6C-C373-40EE-A8E0-90CBBCD8B2FF}" type="slidenum">
              <a:rPr lang="en" sz="600" b="0" u="none" strike="noStrike">
                <a:solidFill>
                  <a:srgbClr val="FFFFFF"/>
                </a:solidFill>
                <a:effectLst/>
                <a:uFillTx/>
                <a:latin typeface="Arial"/>
                <a:ea typeface="Arial"/>
              </a:rPr>
              <a:t>17</a:t>
            </a:fld>
            <a:endParaRPr lang="en-GB" sz="600" b="0" u="none" strike="noStrike">
              <a:solidFill>
                <a:srgbClr val="FFFFFF"/>
              </a:solidFill>
              <a:effectLst/>
              <a:uFillTx/>
              <a:latin typeface="Times New Roman"/>
            </a:endParaRPr>
          </a:p>
        </p:txBody>
      </p:sp>
      <p:sp>
        <p:nvSpPr>
          <p:cNvPr id="378" name="PlaceHolder 3"/>
          <p:cNvSpPr>
            <a:spLocks noGrp="1"/>
          </p:cNvSpPr>
          <p:nvPr>
            <p:ph type="subTitle"/>
          </p:nvPr>
        </p:nvSpPr>
        <p:spPr>
          <a:xfrm>
            <a:off x="365760" y="4023360"/>
            <a:ext cx="4203360" cy="27144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600" b="1" u="none" strike="noStrike">
                <a:solidFill>
                  <a:srgbClr val="FFFFFF"/>
                </a:solidFill>
                <a:effectLst/>
                <a:uFillTx/>
                <a:latin typeface="Arial"/>
                <a:ea typeface="Arial"/>
              </a:rPr>
              <a:t>Name  |  Title</a:t>
            </a:r>
            <a:br>
              <a:rPr sz="1600"/>
            </a:br>
            <a:r>
              <a:rPr lang="en" sz="1600" b="0" u="none" strike="noStrike">
                <a:solidFill>
                  <a:srgbClr val="FFFFFF"/>
                </a:solidFill>
                <a:effectLst/>
                <a:uFillTx/>
                <a:latin typeface="Arial"/>
                <a:ea typeface="Arial"/>
              </a:rPr>
              <a:t>Company Name</a:t>
            </a:r>
            <a:endParaRPr lang="en-GB" sz="1600" b="0" u="none" strike="noStrike">
              <a:solidFill>
                <a:srgbClr val="FFFFFF"/>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PlaceHolder 1"/>
          <p:cNvSpPr>
            <a:spLocks noGrp="1"/>
          </p:cNvSpPr>
          <p:nvPr>
            <p:ph/>
          </p:nvPr>
        </p:nvSpPr>
        <p:spPr>
          <a:xfrm>
            <a:off x="365760" y="1332000"/>
            <a:ext cx="6073560" cy="2594160"/>
          </a:xfrm>
          <a:prstGeom prst="rect">
            <a:avLst/>
          </a:prstGeom>
          <a:noFill/>
          <a:ln w="0">
            <a:noFill/>
          </a:ln>
        </p:spPr>
        <p:txBody>
          <a:bodyPr lIns="91440" tIns="45720" rIns="91440" bIns="45720" anchor="ctr">
            <a:normAutofit/>
          </a:bodyPr>
          <a:lstStyle/>
          <a:p>
            <a:pPr indent="0">
              <a:lnSpc>
                <a:spcPct val="100000"/>
              </a:lnSpc>
              <a:spcAft>
                <a:spcPts val="1001"/>
              </a:spcAft>
              <a:buNone/>
              <a:tabLst>
                <a:tab pos="0" algn="l"/>
              </a:tabLst>
            </a:pPr>
            <a:r>
              <a:rPr lang="en" b="1" u="none" strike="noStrike" dirty="0">
                <a:solidFill>
                  <a:schemeClr val="lt1"/>
                </a:solidFill>
                <a:effectLst/>
                <a:uFillTx/>
                <a:latin typeface="Arial"/>
                <a:ea typeface="Arial"/>
              </a:rPr>
              <a:t>Quotation lorem ipsum dolor sit </a:t>
            </a:r>
            <a:r>
              <a:rPr lang="en" b="1" u="none" strike="noStrike" dirty="0" err="1">
                <a:solidFill>
                  <a:schemeClr val="lt1"/>
                </a:solidFill>
                <a:effectLst/>
                <a:uFillTx/>
                <a:latin typeface="Arial"/>
                <a:ea typeface="Arial"/>
              </a:rPr>
              <a:t>amet</a:t>
            </a:r>
            <a:r>
              <a:rPr lang="en" b="1" u="none" strike="noStrike" dirty="0">
                <a:solidFill>
                  <a:schemeClr val="lt1"/>
                </a:solidFill>
                <a:effectLst/>
                <a:uFillTx/>
                <a:latin typeface="Arial"/>
                <a:ea typeface="Arial"/>
              </a:rPr>
              <a:t>, </a:t>
            </a:r>
            <a:r>
              <a:rPr lang="en" b="1" u="none" strike="noStrike" dirty="0" err="1">
                <a:solidFill>
                  <a:schemeClr val="lt1"/>
                </a:solidFill>
                <a:effectLst/>
                <a:uFillTx/>
                <a:latin typeface="Arial"/>
                <a:ea typeface="Arial"/>
              </a:rPr>
              <a:t>elit</a:t>
            </a:r>
            <a:r>
              <a:rPr lang="en" b="1" u="none" strike="noStrike" dirty="0">
                <a:solidFill>
                  <a:schemeClr val="lt1"/>
                </a:solidFill>
                <a:effectLst/>
                <a:uFillTx/>
                <a:latin typeface="Arial"/>
                <a:ea typeface="Arial"/>
              </a:rPr>
              <a:t> </a:t>
            </a:r>
            <a:r>
              <a:rPr lang="en" b="1" u="none" strike="noStrike" dirty="0" err="1">
                <a:solidFill>
                  <a:schemeClr val="lt1"/>
                </a:solidFill>
                <a:effectLst/>
                <a:uFillTx/>
                <a:latin typeface="Arial"/>
                <a:ea typeface="Arial"/>
              </a:rPr>
              <a:t>consectetur</a:t>
            </a:r>
            <a:r>
              <a:rPr lang="en" b="1" u="none" strike="noStrike" dirty="0">
                <a:solidFill>
                  <a:schemeClr val="lt1"/>
                </a:solidFill>
                <a:effectLst/>
                <a:uFillTx/>
                <a:latin typeface="Arial"/>
                <a:ea typeface="Arial"/>
              </a:rPr>
              <a:t> </a:t>
            </a:r>
            <a:r>
              <a:rPr lang="en" b="1" u="none" strike="noStrike" dirty="0" err="1">
                <a:solidFill>
                  <a:schemeClr val="lt1"/>
                </a:solidFill>
                <a:effectLst/>
                <a:uFillTx/>
                <a:latin typeface="Arial"/>
                <a:ea typeface="Arial"/>
              </a:rPr>
              <a:t>adipiscing</a:t>
            </a:r>
            <a:r>
              <a:rPr lang="en" b="1" u="none" strike="noStrike" dirty="0">
                <a:solidFill>
                  <a:schemeClr val="lt1"/>
                </a:solidFill>
                <a:effectLst/>
                <a:uFillTx/>
                <a:latin typeface="Arial"/>
                <a:ea typeface="Arial"/>
              </a:rPr>
              <a:t>.</a:t>
            </a:r>
            <a:endParaRPr lang="en-GB" b="0" u="none" strike="noStrike" dirty="0">
              <a:solidFill>
                <a:srgbClr val="FFFFFF"/>
              </a:solidFill>
              <a:effectLst/>
              <a:uFillTx/>
              <a:latin typeface="Arial"/>
            </a:endParaRPr>
          </a:p>
        </p:txBody>
      </p:sp>
      <p:sp>
        <p:nvSpPr>
          <p:cNvPr id="380" name="PlaceHolder 2"/>
          <p:cNvSpPr>
            <a:spLocks noGrp="1"/>
          </p:cNvSpPr>
          <p:nvPr>
            <p:ph type="sldNum" idx="35"/>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8E4EB180-0040-4381-B0D6-A4C9BC2FA15F}" type="slidenum">
              <a:rPr lang="en" sz="600" b="0" u="none" strike="noStrike">
                <a:solidFill>
                  <a:srgbClr val="FFFFFF"/>
                </a:solidFill>
                <a:effectLst/>
                <a:uFillTx/>
                <a:latin typeface="Arial"/>
                <a:ea typeface="Arial"/>
              </a:rPr>
              <a:t>18</a:t>
            </a:fld>
            <a:endParaRPr lang="en-GB" sz="600" b="0" u="none" strike="noStrike">
              <a:solidFill>
                <a:srgbClr val="FFFFFF"/>
              </a:solidFill>
              <a:effectLst/>
              <a:uFillTx/>
              <a:latin typeface="Times New Roman"/>
            </a:endParaRPr>
          </a:p>
        </p:txBody>
      </p:sp>
      <p:sp>
        <p:nvSpPr>
          <p:cNvPr id="381" name="PlaceHolder 3"/>
          <p:cNvSpPr>
            <a:spLocks noGrp="1"/>
          </p:cNvSpPr>
          <p:nvPr>
            <p:ph type="subTitle"/>
          </p:nvPr>
        </p:nvSpPr>
        <p:spPr>
          <a:xfrm>
            <a:off x="3017520" y="3999960"/>
            <a:ext cx="4203360" cy="683640"/>
          </a:xfrm>
          <a:prstGeom prst="rect">
            <a:avLst/>
          </a:prstGeom>
          <a:noFill/>
          <a:ln w="0">
            <a:noFill/>
          </a:ln>
        </p:spPr>
        <p:txBody>
          <a:bodyPr lIns="91440" tIns="91440" rIns="91440" bIns="91440" anchor="b">
            <a:noAutofit/>
          </a:bodyPr>
          <a:lstStyle/>
          <a:p>
            <a:pPr indent="0" algn="r">
              <a:lnSpc>
                <a:spcPct val="115000"/>
              </a:lnSpc>
              <a:spcAft>
                <a:spcPts val="1001"/>
              </a:spcAft>
              <a:buNone/>
              <a:tabLst>
                <a:tab pos="0" algn="l"/>
              </a:tabLst>
            </a:pPr>
            <a:r>
              <a:rPr lang="en" sz="1600" b="1" u="none" strike="noStrike">
                <a:solidFill>
                  <a:srgbClr val="FFFFFF"/>
                </a:solidFill>
                <a:effectLst/>
                <a:uFillTx/>
                <a:latin typeface="Arial"/>
                <a:ea typeface="Arial"/>
              </a:rPr>
              <a:t>Name  |  Title</a:t>
            </a:r>
            <a:br>
              <a:rPr sz="1600"/>
            </a:br>
            <a:r>
              <a:rPr lang="en" sz="1600" b="0" u="none" strike="noStrike">
                <a:solidFill>
                  <a:srgbClr val="FFFFFF"/>
                </a:solidFill>
                <a:effectLst/>
                <a:uFillTx/>
                <a:latin typeface="Arial"/>
                <a:ea typeface="Arial"/>
              </a:rPr>
              <a:t>Company Name</a:t>
            </a:r>
            <a:endParaRPr lang="en-GB" sz="1600" b="0" u="none" strike="noStrike">
              <a:solidFill>
                <a:srgbClr val="FFFFFF"/>
              </a:solidFill>
              <a:effectLst/>
              <a:uFillTx/>
              <a:latin typeface="Arial"/>
            </a:endParaRPr>
          </a:p>
        </p:txBody>
      </p:sp>
      <p:sp>
        <p:nvSpPr>
          <p:cNvPr id="382" name="Google Shape;783;p73"/>
          <p:cNvSpPr/>
          <p:nvPr/>
        </p:nvSpPr>
        <p:spPr>
          <a:xfrm>
            <a:off x="7341840" y="3349440"/>
            <a:ext cx="1277280" cy="1277280"/>
          </a:xfrm>
          <a:prstGeom prst="ellipse">
            <a:avLst/>
          </a:prstGeom>
          <a:blipFill rotWithShape="0">
            <a:blip r:embed="rId2"/>
            <a:srcRect/>
            <a:stretch/>
          </a:blipFill>
          <a:ln w="38100">
            <a:solidFill>
              <a:srgbClr val="29B5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GB" sz="180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PlaceHolder 1"/>
          <p:cNvSpPr>
            <a:spLocks noGrp="1"/>
          </p:cNvSpPr>
          <p:nvPr>
            <p:ph/>
          </p:nvPr>
        </p:nvSpPr>
        <p:spPr>
          <a:xfrm>
            <a:off x="365760" y="1332000"/>
            <a:ext cx="7481520" cy="2594160"/>
          </a:xfrm>
          <a:prstGeom prst="rect">
            <a:avLst/>
          </a:prstGeom>
          <a:noFill/>
          <a:ln w="0">
            <a:noFill/>
          </a:ln>
        </p:spPr>
        <p:txBody>
          <a:bodyPr lIns="91440" tIns="45720" rIns="91440" bIns="45720" anchor="ctr">
            <a:normAutofit/>
          </a:bodyPr>
          <a:lstStyle/>
          <a:p>
            <a:pPr indent="0">
              <a:lnSpc>
                <a:spcPct val="100000"/>
              </a:lnSpc>
              <a:spcAft>
                <a:spcPts val="1001"/>
              </a:spcAft>
              <a:buNone/>
              <a:tabLst>
                <a:tab pos="0" algn="l"/>
              </a:tabLst>
            </a:pPr>
            <a:r>
              <a:rPr lang="en" sz="4000" b="1" u="none" strike="noStrike" dirty="0">
                <a:solidFill>
                  <a:schemeClr val="dk1"/>
                </a:solidFill>
                <a:effectLst/>
                <a:uFillTx/>
                <a:latin typeface="Arial"/>
                <a:ea typeface="Arial"/>
              </a:rPr>
              <a:t>The wisdom of the wise, and the experience of ages, may be preserved by quotation.</a:t>
            </a:r>
            <a:endParaRPr lang="en-GB" sz="4000" b="0" u="none" strike="noStrike" dirty="0">
              <a:solidFill>
                <a:srgbClr val="000000"/>
              </a:solidFill>
              <a:effectLst/>
              <a:uFillTx/>
              <a:latin typeface="Arial"/>
            </a:endParaRPr>
          </a:p>
        </p:txBody>
      </p:sp>
      <p:sp>
        <p:nvSpPr>
          <p:cNvPr id="384" name="PlaceHolder 2"/>
          <p:cNvSpPr>
            <a:spLocks noGrp="1"/>
          </p:cNvSpPr>
          <p:nvPr>
            <p:ph type="subTitle"/>
          </p:nvPr>
        </p:nvSpPr>
        <p:spPr>
          <a:xfrm>
            <a:off x="365760" y="4023360"/>
            <a:ext cx="4203360" cy="27144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600" b="1" u="none" strike="noStrike">
                <a:solidFill>
                  <a:srgbClr val="5B5B5B"/>
                </a:solidFill>
                <a:effectLst/>
                <a:uFillTx/>
                <a:latin typeface="Arial"/>
                <a:ea typeface="Arial"/>
              </a:rPr>
              <a:t>Name  |  Title</a:t>
            </a:r>
            <a:br>
              <a:rPr sz="1600"/>
            </a:br>
            <a:r>
              <a:rPr lang="en" sz="1600" b="0" u="none" strike="noStrike">
                <a:solidFill>
                  <a:srgbClr val="5B5B5B"/>
                </a:solidFill>
                <a:effectLst/>
                <a:uFillTx/>
                <a:latin typeface="Arial"/>
                <a:ea typeface="Arial"/>
              </a:rPr>
              <a:t>Company Name</a:t>
            </a:r>
            <a:endParaRPr lang="en-GB" sz="1600" b="0" u="none" strike="noStrike">
              <a:solidFill>
                <a:srgbClr val="000000"/>
              </a:solidFill>
              <a:effectLst/>
              <a:uFillTx/>
              <a:latin typeface="Arial"/>
            </a:endParaRPr>
          </a:p>
        </p:txBody>
      </p:sp>
      <p:sp>
        <p:nvSpPr>
          <p:cNvPr id="385" name="PlaceHolder 3"/>
          <p:cNvSpPr>
            <a:spLocks noGrp="1"/>
          </p:cNvSpPr>
          <p:nvPr>
            <p:ph type="sldNum" idx="36"/>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C7B9E9A4-03CE-4EC3-A4B8-BC5991EB922B}" type="slidenum">
              <a:rPr lang="en" sz="600" b="0" u="none" strike="noStrike">
                <a:solidFill>
                  <a:srgbClr val="929292"/>
                </a:solidFill>
                <a:effectLst/>
                <a:uFillTx/>
                <a:latin typeface="Arial"/>
                <a:ea typeface="Arial"/>
              </a:rPr>
              <a:t>19</a:t>
            </a:fld>
            <a:endParaRPr lang="en-GB" sz="600" b="0" u="none" strike="noStrike">
              <a:solidFill>
                <a:srgbClr val="000000"/>
              </a:solidFill>
              <a:effectLst/>
              <a:uFillTx/>
              <a:latin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 name="PlaceHolder 1"/>
          <p:cNvSpPr>
            <a:spLocks noGrp="1"/>
          </p:cNvSpPr>
          <p:nvPr>
            <p:ph type="title"/>
          </p:nvPr>
        </p:nvSpPr>
        <p:spPr>
          <a:xfrm>
            <a:off x="366480" y="274320"/>
            <a:ext cx="8345520" cy="581760"/>
          </a:xfrm>
          <a:prstGeom prst="rect">
            <a:avLst/>
          </a:prstGeom>
          <a:noFill/>
          <a:ln w="0">
            <a:noFill/>
          </a:ln>
        </p:spPr>
        <p:txBody>
          <a:bodyPr lIns="91440" tIns="91440" rIns="91440" bIns="91440" anchor="t">
            <a:sp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Speaker Headshots</a:t>
            </a:r>
            <a:endParaRPr lang="en-GB" sz="2600" b="0" u="none" strike="noStrike">
              <a:solidFill>
                <a:srgbClr val="000000"/>
              </a:solidFill>
              <a:effectLst/>
              <a:uFillTx/>
              <a:latin typeface="Arial"/>
            </a:endParaRPr>
          </a:p>
        </p:txBody>
      </p:sp>
      <p:sp>
        <p:nvSpPr>
          <p:cNvPr id="387" name="Google Shape;817;p77"/>
          <p:cNvSpPr/>
          <p:nvPr/>
        </p:nvSpPr>
        <p:spPr>
          <a:xfrm>
            <a:off x="505440" y="1843920"/>
            <a:ext cx="1460160" cy="1460160"/>
          </a:xfrm>
          <a:prstGeom prst="ellipse">
            <a:avLst/>
          </a:prstGeom>
          <a:blipFill rotWithShape="0">
            <a:blip r:embed="rId2"/>
            <a:srcRect/>
            <a:stretch/>
          </a:blipFill>
          <a:ln w="38100">
            <a:solidFill>
              <a:srgbClr val="29B5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GB" sz="1800" b="0" u="none" strike="noStrike">
              <a:solidFill>
                <a:srgbClr val="000000"/>
              </a:solidFill>
              <a:effectLst/>
              <a:uFillTx/>
              <a:latin typeface="Arial"/>
            </a:endParaRPr>
          </a:p>
        </p:txBody>
      </p:sp>
      <p:sp>
        <p:nvSpPr>
          <p:cNvPr id="388" name="Google Shape;818;p77"/>
          <p:cNvSpPr/>
          <p:nvPr/>
        </p:nvSpPr>
        <p:spPr>
          <a:xfrm>
            <a:off x="2729160" y="1843920"/>
            <a:ext cx="1460160" cy="1460160"/>
          </a:xfrm>
          <a:prstGeom prst="ellipse">
            <a:avLst/>
          </a:prstGeom>
          <a:blipFill rotWithShape="0">
            <a:blip r:embed="rId3"/>
            <a:srcRect/>
            <a:stretch/>
          </a:blipFill>
          <a:ln w="38100">
            <a:solidFill>
              <a:srgbClr val="29B5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GB" sz="1800" b="0" u="none" strike="noStrike">
              <a:solidFill>
                <a:srgbClr val="000000"/>
              </a:solidFill>
              <a:effectLst/>
              <a:uFillTx/>
              <a:latin typeface="Arial"/>
            </a:endParaRPr>
          </a:p>
        </p:txBody>
      </p:sp>
      <p:sp>
        <p:nvSpPr>
          <p:cNvPr id="389" name="Google Shape;819;p77"/>
          <p:cNvSpPr/>
          <p:nvPr/>
        </p:nvSpPr>
        <p:spPr>
          <a:xfrm>
            <a:off x="4952520" y="1843920"/>
            <a:ext cx="1460160" cy="1460160"/>
          </a:xfrm>
          <a:prstGeom prst="ellipse">
            <a:avLst/>
          </a:prstGeom>
          <a:blipFill rotWithShape="0">
            <a:blip r:embed="rId4"/>
            <a:srcRect/>
            <a:stretch/>
          </a:blipFill>
          <a:ln w="38100">
            <a:solidFill>
              <a:srgbClr val="29B5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GB" sz="1800" b="0" u="none" strike="noStrike">
              <a:solidFill>
                <a:srgbClr val="000000"/>
              </a:solidFill>
              <a:effectLst/>
              <a:uFillTx/>
              <a:latin typeface="Arial"/>
            </a:endParaRPr>
          </a:p>
        </p:txBody>
      </p:sp>
      <p:sp>
        <p:nvSpPr>
          <p:cNvPr id="390" name="Google Shape;820;p77"/>
          <p:cNvSpPr/>
          <p:nvPr/>
        </p:nvSpPr>
        <p:spPr>
          <a:xfrm>
            <a:off x="7176240" y="1843920"/>
            <a:ext cx="1460160" cy="1460160"/>
          </a:xfrm>
          <a:prstGeom prst="ellipse">
            <a:avLst/>
          </a:prstGeom>
          <a:blipFill rotWithShape="0">
            <a:blip r:embed="rId5"/>
            <a:srcRect/>
            <a:stretch/>
          </a:blipFill>
          <a:ln w="38100">
            <a:solidFill>
              <a:srgbClr val="29B5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GB" sz="1800" b="0" u="none" strike="noStrike">
              <a:solidFill>
                <a:srgbClr val="000000"/>
              </a:solidFill>
              <a:effectLst/>
              <a:uFillTx/>
              <a:latin typeface="Arial"/>
            </a:endParaRPr>
          </a:p>
        </p:txBody>
      </p:sp>
      <p:sp>
        <p:nvSpPr>
          <p:cNvPr id="391" name="Google Shape;821;p77"/>
          <p:cNvSpPr/>
          <p:nvPr/>
        </p:nvSpPr>
        <p:spPr>
          <a:xfrm>
            <a:off x="365760" y="3383280"/>
            <a:ext cx="1600200" cy="351000"/>
          </a:xfrm>
          <a:prstGeom prst="rect">
            <a:avLst/>
          </a:prstGeom>
          <a:noFill/>
          <a:ln w="0">
            <a:noFill/>
          </a:ln>
        </p:spPr>
        <p:style>
          <a:lnRef idx="0">
            <a:scrgbClr r="0" g="0" b="0"/>
          </a:lnRef>
          <a:fillRef idx="0">
            <a:scrgbClr r="0" g="0" b="0"/>
          </a:fillRef>
          <a:effectRef idx="0">
            <a:scrgbClr r="0" g="0" b="0"/>
          </a:effectRef>
          <a:fontRef idx="minor"/>
        </p:style>
        <p:txBody>
          <a:bodyPr lIns="90000" tIns="84240" rIns="90000" bIns="84240" anchor="t">
            <a:spAutoFit/>
          </a:bodyPr>
          <a:lstStyle/>
          <a:p>
            <a:pPr algn="ctr">
              <a:lnSpc>
                <a:spcPct val="100000"/>
              </a:lnSpc>
              <a:tabLst>
                <a:tab pos="0" algn="l"/>
              </a:tabLst>
            </a:pPr>
            <a:r>
              <a:rPr lang="en" sz="1100" b="1" u="none" strike="noStrike">
                <a:solidFill>
                  <a:srgbClr val="FFFFFF"/>
                </a:solidFill>
                <a:effectLst/>
                <a:uFillTx/>
                <a:latin typeface="Arial"/>
                <a:ea typeface="Arial"/>
              </a:rPr>
              <a:t>Firstname Lastname</a:t>
            </a:r>
            <a:endParaRPr lang="en-GB" sz="1100" b="0" u="none" strike="noStrike">
              <a:solidFill>
                <a:srgbClr val="000000"/>
              </a:solidFill>
              <a:effectLst/>
              <a:uFillTx/>
              <a:latin typeface="Arial"/>
            </a:endParaRPr>
          </a:p>
        </p:txBody>
      </p:sp>
      <p:sp>
        <p:nvSpPr>
          <p:cNvPr id="392" name="Google Shape;822;p77"/>
          <p:cNvSpPr/>
          <p:nvPr/>
        </p:nvSpPr>
        <p:spPr>
          <a:xfrm>
            <a:off x="365760" y="3607200"/>
            <a:ext cx="1600200" cy="5202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gn="ctr">
              <a:lnSpc>
                <a:spcPct val="100000"/>
              </a:lnSpc>
              <a:tabLst>
                <a:tab pos="0" algn="l"/>
              </a:tabLst>
            </a:pPr>
            <a:r>
              <a:rPr lang="en" sz="1100" b="0" u="none" strike="noStrike">
                <a:solidFill>
                  <a:srgbClr val="FFFFFF"/>
                </a:solidFill>
                <a:effectLst/>
                <a:uFillTx/>
                <a:latin typeface="Arial"/>
                <a:ea typeface="Arial"/>
              </a:rPr>
              <a:t>Title</a:t>
            </a:r>
            <a:endParaRPr lang="en-GB" sz="1100" b="0" u="none" strike="noStrike">
              <a:solidFill>
                <a:srgbClr val="000000"/>
              </a:solidFill>
              <a:effectLst/>
              <a:uFillTx/>
              <a:latin typeface="Arial"/>
            </a:endParaRPr>
          </a:p>
          <a:p>
            <a:pPr algn="ctr">
              <a:lnSpc>
                <a:spcPct val="100000"/>
              </a:lnSpc>
              <a:tabLst>
                <a:tab pos="0" algn="l"/>
              </a:tabLst>
            </a:pPr>
            <a:r>
              <a:rPr lang="en" sz="1100" b="0" u="none" strike="noStrike">
                <a:solidFill>
                  <a:srgbClr val="FFFFFF"/>
                </a:solidFill>
                <a:effectLst/>
                <a:uFillTx/>
                <a:latin typeface="Arial"/>
                <a:ea typeface="Arial"/>
              </a:rPr>
              <a:t>Company</a:t>
            </a:r>
            <a:endParaRPr lang="en-GB" sz="1100" b="0" u="none" strike="noStrike">
              <a:solidFill>
                <a:srgbClr val="000000"/>
              </a:solidFill>
              <a:effectLst/>
              <a:uFillTx/>
              <a:latin typeface="Arial"/>
            </a:endParaRPr>
          </a:p>
        </p:txBody>
      </p:sp>
      <p:sp>
        <p:nvSpPr>
          <p:cNvPr id="393" name="Google Shape;823;p77"/>
          <p:cNvSpPr/>
          <p:nvPr/>
        </p:nvSpPr>
        <p:spPr>
          <a:xfrm>
            <a:off x="2676240" y="3383280"/>
            <a:ext cx="1600200" cy="351000"/>
          </a:xfrm>
          <a:prstGeom prst="rect">
            <a:avLst/>
          </a:prstGeom>
          <a:noFill/>
          <a:ln w="0">
            <a:noFill/>
          </a:ln>
        </p:spPr>
        <p:style>
          <a:lnRef idx="0">
            <a:scrgbClr r="0" g="0" b="0"/>
          </a:lnRef>
          <a:fillRef idx="0">
            <a:scrgbClr r="0" g="0" b="0"/>
          </a:fillRef>
          <a:effectRef idx="0">
            <a:scrgbClr r="0" g="0" b="0"/>
          </a:effectRef>
          <a:fontRef idx="minor"/>
        </p:style>
        <p:txBody>
          <a:bodyPr lIns="90000" tIns="84240" rIns="90000" bIns="84240" anchor="t">
            <a:spAutoFit/>
          </a:bodyPr>
          <a:lstStyle/>
          <a:p>
            <a:pPr algn="ctr">
              <a:lnSpc>
                <a:spcPct val="100000"/>
              </a:lnSpc>
              <a:tabLst>
                <a:tab pos="0" algn="l"/>
              </a:tabLst>
            </a:pPr>
            <a:r>
              <a:rPr lang="en" sz="1100" b="1" u="none" strike="noStrike">
                <a:solidFill>
                  <a:srgbClr val="FFFFFF"/>
                </a:solidFill>
                <a:effectLst/>
                <a:uFillTx/>
                <a:latin typeface="Arial"/>
                <a:ea typeface="Arial"/>
              </a:rPr>
              <a:t>Firstname Lastname</a:t>
            </a:r>
            <a:endParaRPr lang="en-GB" sz="1100" b="0" u="none" strike="noStrike">
              <a:solidFill>
                <a:srgbClr val="000000"/>
              </a:solidFill>
              <a:effectLst/>
              <a:uFillTx/>
              <a:latin typeface="Arial"/>
            </a:endParaRPr>
          </a:p>
        </p:txBody>
      </p:sp>
      <p:sp>
        <p:nvSpPr>
          <p:cNvPr id="394" name="Google Shape;824;p77"/>
          <p:cNvSpPr/>
          <p:nvPr/>
        </p:nvSpPr>
        <p:spPr>
          <a:xfrm>
            <a:off x="2676240" y="3607200"/>
            <a:ext cx="1600200" cy="5202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gn="ctr">
              <a:lnSpc>
                <a:spcPct val="100000"/>
              </a:lnSpc>
              <a:tabLst>
                <a:tab pos="0" algn="l"/>
              </a:tabLst>
            </a:pPr>
            <a:r>
              <a:rPr lang="en" sz="1100" b="0" u="none" strike="noStrike">
                <a:solidFill>
                  <a:srgbClr val="FFFFFF"/>
                </a:solidFill>
                <a:effectLst/>
                <a:uFillTx/>
                <a:latin typeface="Arial"/>
                <a:ea typeface="Arial"/>
              </a:rPr>
              <a:t>Title</a:t>
            </a:r>
            <a:endParaRPr lang="en-GB" sz="1100" b="0" u="none" strike="noStrike">
              <a:solidFill>
                <a:srgbClr val="000000"/>
              </a:solidFill>
              <a:effectLst/>
              <a:uFillTx/>
              <a:latin typeface="Arial"/>
            </a:endParaRPr>
          </a:p>
          <a:p>
            <a:pPr algn="ctr">
              <a:lnSpc>
                <a:spcPct val="100000"/>
              </a:lnSpc>
              <a:tabLst>
                <a:tab pos="0" algn="l"/>
              </a:tabLst>
            </a:pPr>
            <a:r>
              <a:rPr lang="en" sz="1100" b="0" u="none" strike="noStrike">
                <a:solidFill>
                  <a:srgbClr val="FFFFFF"/>
                </a:solidFill>
                <a:effectLst/>
                <a:uFillTx/>
                <a:latin typeface="Arial"/>
                <a:ea typeface="Arial"/>
              </a:rPr>
              <a:t>Company</a:t>
            </a:r>
            <a:endParaRPr lang="en-GB" sz="1100" b="0" u="none" strike="noStrike">
              <a:solidFill>
                <a:srgbClr val="000000"/>
              </a:solidFill>
              <a:effectLst/>
              <a:uFillTx/>
              <a:latin typeface="Arial"/>
            </a:endParaRPr>
          </a:p>
        </p:txBody>
      </p:sp>
      <p:sp>
        <p:nvSpPr>
          <p:cNvPr id="395" name="Google Shape;825;p77"/>
          <p:cNvSpPr/>
          <p:nvPr/>
        </p:nvSpPr>
        <p:spPr>
          <a:xfrm>
            <a:off x="4888080" y="3383280"/>
            <a:ext cx="1600200" cy="351000"/>
          </a:xfrm>
          <a:prstGeom prst="rect">
            <a:avLst/>
          </a:prstGeom>
          <a:noFill/>
          <a:ln w="0">
            <a:noFill/>
          </a:ln>
        </p:spPr>
        <p:style>
          <a:lnRef idx="0">
            <a:scrgbClr r="0" g="0" b="0"/>
          </a:lnRef>
          <a:fillRef idx="0">
            <a:scrgbClr r="0" g="0" b="0"/>
          </a:fillRef>
          <a:effectRef idx="0">
            <a:scrgbClr r="0" g="0" b="0"/>
          </a:effectRef>
          <a:fontRef idx="minor"/>
        </p:style>
        <p:txBody>
          <a:bodyPr lIns="90000" tIns="84240" rIns="90000" bIns="84240" anchor="t">
            <a:spAutoFit/>
          </a:bodyPr>
          <a:lstStyle/>
          <a:p>
            <a:pPr algn="ctr">
              <a:lnSpc>
                <a:spcPct val="100000"/>
              </a:lnSpc>
              <a:tabLst>
                <a:tab pos="0" algn="l"/>
              </a:tabLst>
            </a:pPr>
            <a:r>
              <a:rPr lang="en" sz="1100" b="1" u="none" strike="noStrike">
                <a:solidFill>
                  <a:srgbClr val="FFFFFF"/>
                </a:solidFill>
                <a:effectLst/>
                <a:uFillTx/>
                <a:latin typeface="Arial"/>
                <a:ea typeface="Arial"/>
              </a:rPr>
              <a:t>Firstname Lastname</a:t>
            </a:r>
            <a:endParaRPr lang="en-GB" sz="1100" b="0" u="none" strike="noStrike">
              <a:solidFill>
                <a:srgbClr val="000000"/>
              </a:solidFill>
              <a:effectLst/>
              <a:uFillTx/>
              <a:latin typeface="Arial"/>
            </a:endParaRPr>
          </a:p>
        </p:txBody>
      </p:sp>
      <p:sp>
        <p:nvSpPr>
          <p:cNvPr id="396" name="Google Shape;826;p77"/>
          <p:cNvSpPr/>
          <p:nvPr/>
        </p:nvSpPr>
        <p:spPr>
          <a:xfrm>
            <a:off x="4888080" y="3607200"/>
            <a:ext cx="1600200" cy="5202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gn="ctr">
              <a:lnSpc>
                <a:spcPct val="100000"/>
              </a:lnSpc>
              <a:tabLst>
                <a:tab pos="0" algn="l"/>
              </a:tabLst>
            </a:pPr>
            <a:r>
              <a:rPr lang="en" sz="1100" b="0" u="none" strike="noStrike">
                <a:solidFill>
                  <a:srgbClr val="FFFFFF"/>
                </a:solidFill>
                <a:effectLst/>
                <a:uFillTx/>
                <a:latin typeface="Arial"/>
                <a:ea typeface="Arial"/>
              </a:rPr>
              <a:t>Title</a:t>
            </a:r>
            <a:endParaRPr lang="en-GB" sz="1100" b="0" u="none" strike="noStrike">
              <a:solidFill>
                <a:srgbClr val="000000"/>
              </a:solidFill>
              <a:effectLst/>
              <a:uFillTx/>
              <a:latin typeface="Arial"/>
            </a:endParaRPr>
          </a:p>
          <a:p>
            <a:pPr algn="ctr">
              <a:lnSpc>
                <a:spcPct val="100000"/>
              </a:lnSpc>
              <a:tabLst>
                <a:tab pos="0" algn="l"/>
              </a:tabLst>
            </a:pPr>
            <a:r>
              <a:rPr lang="en" sz="1100" b="0" u="none" strike="noStrike">
                <a:solidFill>
                  <a:srgbClr val="FFFFFF"/>
                </a:solidFill>
                <a:effectLst/>
                <a:uFillTx/>
                <a:latin typeface="Arial"/>
                <a:ea typeface="Arial"/>
              </a:rPr>
              <a:t>Company</a:t>
            </a:r>
            <a:endParaRPr lang="en-GB" sz="1100" b="0" u="none" strike="noStrike">
              <a:solidFill>
                <a:srgbClr val="000000"/>
              </a:solidFill>
              <a:effectLst/>
              <a:uFillTx/>
              <a:latin typeface="Arial"/>
            </a:endParaRPr>
          </a:p>
        </p:txBody>
      </p:sp>
      <p:sp>
        <p:nvSpPr>
          <p:cNvPr id="397" name="Google Shape;827;p77"/>
          <p:cNvSpPr/>
          <p:nvPr/>
        </p:nvSpPr>
        <p:spPr>
          <a:xfrm>
            <a:off x="7135200" y="3383280"/>
            <a:ext cx="1600200" cy="351000"/>
          </a:xfrm>
          <a:prstGeom prst="rect">
            <a:avLst/>
          </a:prstGeom>
          <a:noFill/>
          <a:ln w="0">
            <a:noFill/>
          </a:ln>
        </p:spPr>
        <p:style>
          <a:lnRef idx="0">
            <a:scrgbClr r="0" g="0" b="0"/>
          </a:lnRef>
          <a:fillRef idx="0">
            <a:scrgbClr r="0" g="0" b="0"/>
          </a:fillRef>
          <a:effectRef idx="0">
            <a:scrgbClr r="0" g="0" b="0"/>
          </a:effectRef>
          <a:fontRef idx="minor"/>
        </p:style>
        <p:txBody>
          <a:bodyPr lIns="90000" tIns="84240" rIns="90000" bIns="84240" anchor="t">
            <a:spAutoFit/>
          </a:bodyPr>
          <a:lstStyle/>
          <a:p>
            <a:pPr algn="ctr">
              <a:lnSpc>
                <a:spcPct val="100000"/>
              </a:lnSpc>
              <a:tabLst>
                <a:tab pos="0" algn="l"/>
              </a:tabLst>
            </a:pPr>
            <a:r>
              <a:rPr lang="en" sz="1100" b="1" u="none" strike="noStrike">
                <a:solidFill>
                  <a:srgbClr val="FFFFFF"/>
                </a:solidFill>
                <a:effectLst/>
                <a:uFillTx/>
                <a:latin typeface="Arial"/>
                <a:ea typeface="Arial"/>
              </a:rPr>
              <a:t>Firstname Lastname</a:t>
            </a:r>
            <a:endParaRPr lang="en-GB" sz="1100" b="0" u="none" strike="noStrike">
              <a:solidFill>
                <a:srgbClr val="000000"/>
              </a:solidFill>
              <a:effectLst/>
              <a:uFillTx/>
              <a:latin typeface="Arial"/>
            </a:endParaRPr>
          </a:p>
        </p:txBody>
      </p:sp>
      <p:sp>
        <p:nvSpPr>
          <p:cNvPr id="398" name="Google Shape;828;p77"/>
          <p:cNvSpPr/>
          <p:nvPr/>
        </p:nvSpPr>
        <p:spPr>
          <a:xfrm>
            <a:off x="7135200" y="3607200"/>
            <a:ext cx="1600200" cy="5202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gn="ctr">
              <a:lnSpc>
                <a:spcPct val="100000"/>
              </a:lnSpc>
              <a:tabLst>
                <a:tab pos="0" algn="l"/>
              </a:tabLst>
            </a:pPr>
            <a:r>
              <a:rPr lang="en" sz="1100" b="0" u="none" strike="noStrike">
                <a:solidFill>
                  <a:srgbClr val="FFFFFF"/>
                </a:solidFill>
                <a:effectLst/>
                <a:uFillTx/>
                <a:latin typeface="Arial"/>
                <a:ea typeface="Arial"/>
              </a:rPr>
              <a:t>Title</a:t>
            </a:r>
            <a:endParaRPr lang="en-GB" sz="1100" b="0" u="none" strike="noStrike">
              <a:solidFill>
                <a:srgbClr val="000000"/>
              </a:solidFill>
              <a:effectLst/>
              <a:uFillTx/>
              <a:latin typeface="Arial"/>
            </a:endParaRPr>
          </a:p>
          <a:p>
            <a:pPr algn="ctr">
              <a:lnSpc>
                <a:spcPct val="100000"/>
              </a:lnSpc>
              <a:tabLst>
                <a:tab pos="0" algn="l"/>
              </a:tabLst>
            </a:pPr>
            <a:r>
              <a:rPr lang="en" sz="1100" b="0" u="none" strike="noStrike">
                <a:solidFill>
                  <a:srgbClr val="FFFFFF"/>
                </a:solidFill>
                <a:effectLst/>
                <a:uFillTx/>
                <a:latin typeface="Arial"/>
                <a:ea typeface="Arial"/>
              </a:rPr>
              <a:t>Company</a:t>
            </a:r>
            <a:endParaRPr lang="en-GB" sz="1100" b="0" u="none" strike="noStrike">
              <a:solidFill>
                <a:srgbClr val="000000"/>
              </a:solidFill>
              <a:effectLst/>
              <a:uFillTx/>
              <a:latin typeface="Arial"/>
            </a:endParaRPr>
          </a:p>
        </p:txBody>
      </p:sp>
      <p:sp>
        <p:nvSpPr>
          <p:cNvPr id="399" name="PlaceHolder 2"/>
          <p:cNvSpPr>
            <a:spLocks noGrp="1"/>
          </p:cNvSpPr>
          <p:nvPr>
            <p:ph type="sldNum" idx="37"/>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CAAB7F3E-0890-497C-AAA3-CFB9D7F3A3D6}" type="slidenum">
              <a:rPr lang="en" sz="600" b="0" u="none" strike="noStrike">
                <a:solidFill>
                  <a:srgbClr val="FFFFFF"/>
                </a:solidFill>
                <a:effectLst/>
                <a:uFillTx/>
                <a:latin typeface="Arial"/>
                <a:ea typeface="Arial"/>
              </a:rPr>
              <a:t>20</a:t>
            </a:fld>
            <a:endParaRPr lang="en-GB" sz="600" b="0" u="none" strike="noStrike">
              <a:solidFill>
                <a:srgbClr val="000000"/>
              </a:solidFill>
              <a:effectLst/>
              <a:uFillTx/>
              <a:latin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 name="PlaceHolder 1"/>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Table Example 1</a:t>
            </a:r>
            <a:endParaRPr lang="en-GB" sz="2600" b="0" u="none" strike="noStrike">
              <a:solidFill>
                <a:srgbClr val="000000"/>
              </a:solidFill>
              <a:effectLst/>
              <a:uFillTx/>
              <a:latin typeface="Arial"/>
            </a:endParaRPr>
          </a:p>
        </p:txBody>
      </p:sp>
      <p:graphicFrame>
        <p:nvGraphicFramePr>
          <p:cNvPr id="401" name="Google Shape;1858;p86"/>
          <p:cNvGraphicFramePr/>
          <p:nvPr/>
        </p:nvGraphicFramePr>
        <p:xfrm>
          <a:off x="457200" y="1003680"/>
          <a:ext cx="8228880" cy="3336480"/>
        </p:xfrm>
        <a:graphic>
          <a:graphicData uri="http://schemas.openxmlformats.org/drawingml/2006/table">
            <a:tbl>
              <a:tblPr/>
              <a:tblGrid>
                <a:gridCol w="1076760">
                  <a:extLst>
                    <a:ext uri="{9D8B030D-6E8A-4147-A177-3AD203B41FA5}">
                      <a16:colId xmlns:a16="http://schemas.microsoft.com/office/drawing/2014/main" val="20000"/>
                    </a:ext>
                  </a:extLst>
                </a:gridCol>
                <a:gridCol w="1312200">
                  <a:extLst>
                    <a:ext uri="{9D8B030D-6E8A-4147-A177-3AD203B41FA5}">
                      <a16:colId xmlns:a16="http://schemas.microsoft.com/office/drawing/2014/main" val="20001"/>
                    </a:ext>
                  </a:extLst>
                </a:gridCol>
                <a:gridCol w="1421640">
                  <a:extLst>
                    <a:ext uri="{9D8B030D-6E8A-4147-A177-3AD203B41FA5}">
                      <a16:colId xmlns:a16="http://schemas.microsoft.com/office/drawing/2014/main" val="20002"/>
                    </a:ext>
                  </a:extLst>
                </a:gridCol>
                <a:gridCol w="1433880">
                  <a:extLst>
                    <a:ext uri="{9D8B030D-6E8A-4147-A177-3AD203B41FA5}">
                      <a16:colId xmlns:a16="http://schemas.microsoft.com/office/drawing/2014/main" val="20003"/>
                    </a:ext>
                  </a:extLst>
                </a:gridCol>
                <a:gridCol w="1397160">
                  <a:extLst>
                    <a:ext uri="{9D8B030D-6E8A-4147-A177-3AD203B41FA5}">
                      <a16:colId xmlns:a16="http://schemas.microsoft.com/office/drawing/2014/main" val="20004"/>
                    </a:ext>
                  </a:extLst>
                </a:gridCol>
                <a:gridCol w="1587240">
                  <a:extLst>
                    <a:ext uri="{9D8B030D-6E8A-4147-A177-3AD203B41FA5}">
                      <a16:colId xmlns:a16="http://schemas.microsoft.com/office/drawing/2014/main" val="20005"/>
                    </a:ext>
                  </a:extLst>
                </a:gridCol>
              </a:tblGrid>
              <a:tr h="476640">
                <a:tc>
                  <a:txBody>
                    <a:bodyPr/>
                    <a:lstStyle/>
                    <a:p>
                      <a:pPr>
                        <a:lnSpc>
                          <a:spcPct val="100000"/>
                        </a:lnSpc>
                      </a:pPr>
                      <a:endParaRPr lang="en-GB" sz="1800" b="0" u="none" strike="noStrike">
                        <a:solidFill>
                          <a:srgbClr val="000000"/>
                        </a:solidFill>
                        <a:effectLst/>
                        <a:uFillTx/>
                        <a:latin typeface="Arial"/>
                      </a:endParaRPr>
                    </a:p>
                  </a:txBody>
                  <a:tcPr anchor="b">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FFFFFF"/>
                    </a:solidFill>
                  </a:tcPr>
                </a:tc>
                <a:tc>
                  <a:txBody>
                    <a:bodyPr/>
                    <a:lstStyle/>
                    <a:p>
                      <a:pPr algn="ctr">
                        <a:lnSpc>
                          <a:spcPct val="100000"/>
                        </a:lnSpc>
                        <a:tabLst>
                          <a:tab pos="0" algn="l"/>
                        </a:tabLst>
                      </a:pPr>
                      <a:r>
                        <a:rPr lang="en" sz="1200" b="1" u="none" strike="noStrike">
                          <a:solidFill>
                            <a:srgbClr val="5B5B5B"/>
                          </a:solidFill>
                          <a:effectLst/>
                          <a:uFillTx/>
                          <a:latin typeface="Arial"/>
                          <a:ea typeface="Arial"/>
                        </a:rPr>
                        <a:t>Column Title</a:t>
                      </a:r>
                      <a:endParaRPr lang="en-GB" sz="1200" b="0" u="none" strike="noStrike">
                        <a:solidFill>
                          <a:srgbClr val="000000"/>
                        </a:solidFill>
                        <a:effectLst/>
                        <a:uFillTx/>
                        <a:latin typeface="Arial"/>
                      </a:endParaRPr>
                    </a:p>
                  </a:txBody>
                  <a:tcPr anchor="b">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200" b="1" u="none" strike="noStrike">
                          <a:solidFill>
                            <a:srgbClr val="5B5B5B"/>
                          </a:solidFill>
                          <a:effectLst/>
                          <a:uFillTx/>
                          <a:latin typeface="Arial"/>
                          <a:ea typeface="Arial"/>
                        </a:rPr>
                        <a:t>Column Title</a:t>
                      </a:r>
                      <a:endParaRPr lang="en-GB" sz="1200" b="0" u="none" strike="noStrike">
                        <a:solidFill>
                          <a:srgbClr val="000000"/>
                        </a:solidFill>
                        <a:effectLst/>
                        <a:uFillTx/>
                        <a:latin typeface="Arial"/>
                      </a:endParaRPr>
                    </a:p>
                  </a:txBody>
                  <a:tcPr anchor="b">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200" b="1" u="none" strike="noStrike">
                          <a:solidFill>
                            <a:srgbClr val="5B5B5B"/>
                          </a:solidFill>
                          <a:effectLst/>
                          <a:uFillTx/>
                          <a:latin typeface="Arial"/>
                          <a:ea typeface="Arial"/>
                        </a:rPr>
                        <a:t>Column Title</a:t>
                      </a:r>
                      <a:endParaRPr lang="en-GB" sz="1200" b="0" u="none" strike="noStrike">
                        <a:solidFill>
                          <a:srgbClr val="000000"/>
                        </a:solidFill>
                        <a:effectLst/>
                        <a:uFillTx/>
                        <a:latin typeface="Arial"/>
                      </a:endParaRPr>
                    </a:p>
                  </a:txBody>
                  <a:tcPr anchor="b">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200" b="1" u="none" strike="noStrike">
                          <a:solidFill>
                            <a:srgbClr val="5B5B5B"/>
                          </a:solidFill>
                          <a:effectLst/>
                          <a:uFillTx/>
                          <a:latin typeface="Arial"/>
                          <a:ea typeface="Arial"/>
                        </a:rPr>
                        <a:t>Column Title</a:t>
                      </a:r>
                      <a:endParaRPr lang="en-GB" sz="1200" b="0" u="none" strike="noStrike">
                        <a:solidFill>
                          <a:srgbClr val="000000"/>
                        </a:solidFill>
                        <a:effectLst/>
                        <a:uFillTx/>
                        <a:latin typeface="Arial"/>
                      </a:endParaRPr>
                    </a:p>
                  </a:txBody>
                  <a:tcPr anchor="b">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200" b="1" u="none" strike="noStrike">
                          <a:solidFill>
                            <a:srgbClr val="5B5B5B"/>
                          </a:solidFill>
                          <a:effectLst/>
                          <a:uFillTx/>
                          <a:latin typeface="Arial"/>
                          <a:ea typeface="Arial"/>
                        </a:rPr>
                        <a:t>Column Title</a:t>
                      </a:r>
                      <a:endParaRPr lang="en-GB" sz="1200" b="0" u="none" strike="noStrike">
                        <a:solidFill>
                          <a:srgbClr val="000000"/>
                        </a:solidFill>
                        <a:effectLst/>
                        <a:uFillTx/>
                        <a:latin typeface="Arial"/>
                      </a:endParaRPr>
                    </a:p>
                  </a:txBody>
                  <a:tcPr anchor="b">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0"/>
                  </a:ext>
                </a:extLst>
              </a:tr>
              <a:tr h="476640">
                <a:tc>
                  <a:txBody>
                    <a:bodyPr/>
                    <a:lstStyle/>
                    <a:p>
                      <a:pPr algn="r">
                        <a:lnSpc>
                          <a:spcPct val="100000"/>
                        </a:lnSpc>
                        <a:tabLst>
                          <a:tab pos="0" algn="l"/>
                        </a:tabLst>
                      </a:pPr>
                      <a:r>
                        <a:rPr lang="en" sz="1200" b="1" u="none" strike="noStrike">
                          <a:solidFill>
                            <a:srgbClr val="FFFFFF"/>
                          </a:solidFill>
                          <a:effectLst/>
                          <a:uFillTx/>
                          <a:latin typeface="Arial"/>
                          <a:ea typeface="Arial"/>
                        </a:rPr>
                        <a:t>Title</a:t>
                      </a:r>
                      <a:endParaRPr lang="en-GB" sz="1200" b="0" u="none" strike="noStrike">
                        <a:solidFill>
                          <a:srgbClr val="FFFFFF"/>
                        </a:solidFill>
                        <a:effectLst/>
                        <a:uFillTx/>
                        <a:latin typeface="Arial"/>
                      </a:endParaRPr>
                    </a:p>
                  </a:txBody>
                  <a:tcPr anchor="ctr">
                    <a:lnL w="12240">
                      <a:solidFill>
                        <a:srgbClr val="C8C8C8"/>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105780"/>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9360">
                      <a:solidFill>
                        <a:srgbClr val="000000">
                          <a:alpha val="0"/>
                        </a:srgbClr>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476640">
                <a:tc>
                  <a:txBody>
                    <a:bodyPr/>
                    <a:lstStyle/>
                    <a:p>
                      <a:pPr algn="r">
                        <a:lnSpc>
                          <a:spcPct val="100000"/>
                        </a:lnSpc>
                        <a:tabLst>
                          <a:tab pos="0" algn="l"/>
                        </a:tabLst>
                      </a:pPr>
                      <a:r>
                        <a:rPr lang="en" sz="1200" b="1" u="none" strike="noStrike">
                          <a:solidFill>
                            <a:srgbClr val="FFFFFF"/>
                          </a:solidFill>
                          <a:effectLst/>
                          <a:uFillTx/>
                          <a:latin typeface="Arial"/>
                          <a:ea typeface="Arial"/>
                        </a:rPr>
                        <a:t>Title</a:t>
                      </a:r>
                      <a:endParaRPr lang="en-GB" sz="1200" b="0" u="none" strike="noStrike">
                        <a:solidFill>
                          <a:srgbClr val="FFFFFF"/>
                        </a:solidFill>
                        <a:effectLst/>
                        <a:uFillTx/>
                        <a:latin typeface="Arial"/>
                      </a:endParaRPr>
                    </a:p>
                  </a:txBody>
                  <a:tcPr anchor="ctr">
                    <a:lnL w="12240">
                      <a:solidFill>
                        <a:srgbClr val="C8C8C8"/>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105780"/>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9360">
                      <a:solidFill>
                        <a:srgbClr val="000000">
                          <a:alpha val="0"/>
                        </a:srgbClr>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2"/>
                  </a:ext>
                </a:extLst>
              </a:tr>
              <a:tr h="476640">
                <a:tc>
                  <a:txBody>
                    <a:bodyPr/>
                    <a:lstStyle/>
                    <a:p>
                      <a:pPr algn="r">
                        <a:lnSpc>
                          <a:spcPct val="100000"/>
                        </a:lnSpc>
                        <a:tabLst>
                          <a:tab pos="0" algn="l"/>
                        </a:tabLst>
                      </a:pPr>
                      <a:r>
                        <a:rPr lang="en" sz="1200" b="1" u="none" strike="noStrike">
                          <a:solidFill>
                            <a:srgbClr val="FFFFFF"/>
                          </a:solidFill>
                          <a:effectLst/>
                          <a:uFillTx/>
                          <a:latin typeface="Arial"/>
                          <a:ea typeface="Arial"/>
                        </a:rPr>
                        <a:t>Title</a:t>
                      </a:r>
                      <a:endParaRPr lang="en-GB" sz="1200" b="0" u="none" strike="noStrike">
                        <a:solidFill>
                          <a:srgbClr val="FFFFFF"/>
                        </a:solidFill>
                        <a:effectLst/>
                        <a:uFillTx/>
                        <a:latin typeface="Arial"/>
                      </a:endParaRPr>
                    </a:p>
                  </a:txBody>
                  <a:tcPr anchor="ctr">
                    <a:lnL w="12240">
                      <a:solidFill>
                        <a:srgbClr val="C8C8C8"/>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105780"/>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9360">
                      <a:solidFill>
                        <a:srgbClr val="000000">
                          <a:alpha val="0"/>
                        </a:srgbClr>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3"/>
                  </a:ext>
                </a:extLst>
              </a:tr>
              <a:tr h="476640">
                <a:tc>
                  <a:txBody>
                    <a:bodyPr/>
                    <a:lstStyle/>
                    <a:p>
                      <a:pPr algn="r">
                        <a:lnSpc>
                          <a:spcPct val="100000"/>
                        </a:lnSpc>
                        <a:tabLst>
                          <a:tab pos="0" algn="l"/>
                        </a:tabLst>
                      </a:pPr>
                      <a:r>
                        <a:rPr lang="en" sz="1200" b="1" u="none" strike="noStrike">
                          <a:solidFill>
                            <a:srgbClr val="FFFFFF"/>
                          </a:solidFill>
                          <a:effectLst/>
                          <a:uFillTx/>
                          <a:latin typeface="Arial"/>
                          <a:ea typeface="Arial"/>
                        </a:rPr>
                        <a:t>Title</a:t>
                      </a:r>
                      <a:endParaRPr lang="en-GB" sz="1200" b="0" u="none" strike="noStrike">
                        <a:solidFill>
                          <a:srgbClr val="FFFFFF"/>
                        </a:solidFill>
                        <a:effectLst/>
                        <a:uFillTx/>
                        <a:latin typeface="Arial"/>
                      </a:endParaRPr>
                    </a:p>
                  </a:txBody>
                  <a:tcPr anchor="ctr">
                    <a:lnL w="12240">
                      <a:solidFill>
                        <a:srgbClr val="C8C8C8"/>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105780"/>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9360">
                      <a:solidFill>
                        <a:srgbClr val="000000">
                          <a:alpha val="0"/>
                        </a:srgbClr>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4"/>
                  </a:ext>
                </a:extLst>
              </a:tr>
              <a:tr h="476640">
                <a:tc>
                  <a:txBody>
                    <a:bodyPr/>
                    <a:lstStyle/>
                    <a:p>
                      <a:pPr algn="r">
                        <a:lnSpc>
                          <a:spcPct val="100000"/>
                        </a:lnSpc>
                        <a:tabLst>
                          <a:tab pos="0" algn="l"/>
                        </a:tabLst>
                      </a:pPr>
                      <a:r>
                        <a:rPr lang="en" sz="1200" b="1" u="none" strike="noStrike">
                          <a:solidFill>
                            <a:srgbClr val="FFFFFF"/>
                          </a:solidFill>
                          <a:effectLst/>
                          <a:uFillTx/>
                          <a:latin typeface="Arial"/>
                          <a:ea typeface="Arial"/>
                        </a:rPr>
                        <a:t>Title</a:t>
                      </a:r>
                      <a:endParaRPr lang="en-GB" sz="1200" b="0" u="none" strike="noStrike">
                        <a:solidFill>
                          <a:srgbClr val="FFFFFF"/>
                        </a:solidFill>
                        <a:effectLst/>
                        <a:uFillTx/>
                        <a:latin typeface="Arial"/>
                      </a:endParaRPr>
                    </a:p>
                  </a:txBody>
                  <a:tcPr anchor="ctr">
                    <a:lnL w="12240">
                      <a:solidFill>
                        <a:srgbClr val="C8C8C8"/>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105780"/>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9360">
                      <a:solidFill>
                        <a:srgbClr val="000000">
                          <a:alpha val="0"/>
                        </a:srgbClr>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5"/>
                  </a:ext>
                </a:extLst>
              </a:tr>
              <a:tr h="476640">
                <a:tc>
                  <a:txBody>
                    <a:bodyPr/>
                    <a:lstStyle/>
                    <a:p>
                      <a:pPr algn="r">
                        <a:lnSpc>
                          <a:spcPct val="100000"/>
                        </a:lnSpc>
                        <a:tabLst>
                          <a:tab pos="0" algn="l"/>
                        </a:tabLst>
                      </a:pPr>
                      <a:r>
                        <a:rPr lang="en" sz="1200" b="1" u="none" strike="noStrike">
                          <a:solidFill>
                            <a:srgbClr val="FFFFFF"/>
                          </a:solidFill>
                          <a:effectLst/>
                          <a:uFillTx/>
                          <a:latin typeface="Arial"/>
                          <a:ea typeface="Arial"/>
                        </a:rPr>
                        <a:t>Title</a:t>
                      </a:r>
                      <a:endParaRPr lang="en-GB" sz="1200" b="0" u="none" strike="noStrike">
                        <a:solidFill>
                          <a:srgbClr val="FFFFFF"/>
                        </a:solidFill>
                        <a:effectLst/>
                        <a:uFillTx/>
                        <a:latin typeface="Arial"/>
                      </a:endParaRPr>
                    </a:p>
                  </a:txBody>
                  <a:tcPr anchor="ctr">
                    <a:lnL w="12240">
                      <a:solidFill>
                        <a:srgbClr val="C8C8C8"/>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105780"/>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9360">
                      <a:solidFill>
                        <a:srgbClr val="000000">
                          <a:alpha val="0"/>
                        </a:srgbClr>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00" b="0" u="none" strike="noStrike">
                          <a:solidFill>
                            <a:srgbClr val="717171"/>
                          </a:solidFill>
                          <a:effectLst/>
                          <a:uFillTx/>
                          <a:latin typeface="Arial"/>
                          <a:ea typeface="Arial"/>
                        </a:rPr>
                        <a:t>Centered Text</a:t>
                      </a:r>
                      <a:endParaRPr lang="en-GB" sz="1000" b="0" u="none" strike="noStrike">
                        <a:solidFill>
                          <a:srgbClr val="000000"/>
                        </a:solidFill>
                        <a:effectLst/>
                        <a:uFillTx/>
                        <a:latin typeface="Arial"/>
                      </a:endParaRPr>
                    </a:p>
                  </a:txBody>
                  <a:tcPr anchor="ctr">
                    <a:lnL w="12240">
                      <a:solidFill>
                        <a:srgbClr val="C8C8C8"/>
                      </a:solidFill>
                      <a:prstDash val="solid"/>
                    </a:lnL>
                    <a:lnR w="12240">
                      <a:solidFill>
                        <a:srgbClr val="C8C8C8"/>
                      </a:solidFill>
                      <a:prstDash val="solid"/>
                    </a:lnR>
                    <a:lnT w="12240">
                      <a:solidFill>
                        <a:srgbClr val="C8C8C8"/>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402" name="PlaceHolder 2"/>
          <p:cNvSpPr>
            <a:spLocks noGrp="1"/>
          </p:cNvSpPr>
          <p:nvPr>
            <p:ph type="sldNum" idx="38"/>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18D8346-3616-402D-BD19-3772C33EBC57}" type="slidenum">
              <a:rPr lang="en" sz="600" b="0" u="none" strike="noStrike">
                <a:solidFill>
                  <a:srgbClr val="929292"/>
                </a:solidFill>
                <a:effectLst/>
                <a:uFillTx/>
                <a:latin typeface="Arial"/>
                <a:ea typeface="Arial"/>
              </a:rPr>
              <a:t>21</a:t>
            </a:fld>
            <a:endParaRPr lang="en-GB" sz="600" b="0" u="none" strike="noStrike">
              <a:solidFill>
                <a:srgbClr val="000000"/>
              </a:solidFill>
              <a:effectLst/>
              <a:uFillTx/>
              <a:latin typeface="Times New Roman"/>
            </a:endParaRPr>
          </a:p>
        </p:txBody>
      </p:sp>
      <p:sp>
        <p:nvSpPr>
          <p:cNvPr id="403" name="PlaceHolder 3"/>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Subtitle if needed</a:t>
            </a:r>
            <a:endParaRPr lang="en-GB" sz="1800" b="0" u="none" strike="noStrike">
              <a:solidFill>
                <a:srgbClr val="000000"/>
              </a:solidFill>
              <a:effectLst/>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 name="PlaceHolder 1"/>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Table Example 2</a:t>
            </a:r>
            <a:endParaRPr lang="en-GB" sz="2600" b="0" u="none" strike="noStrike">
              <a:solidFill>
                <a:srgbClr val="000000"/>
              </a:solidFill>
              <a:effectLst/>
              <a:uFillTx/>
              <a:latin typeface="Arial"/>
            </a:endParaRPr>
          </a:p>
        </p:txBody>
      </p:sp>
      <p:graphicFrame>
        <p:nvGraphicFramePr>
          <p:cNvPr id="405" name="Google Shape;1866;p87"/>
          <p:cNvGraphicFramePr/>
          <p:nvPr/>
        </p:nvGraphicFramePr>
        <p:xfrm>
          <a:off x="459720" y="1253520"/>
          <a:ext cx="8224200" cy="3128400"/>
        </p:xfrm>
        <a:graphic>
          <a:graphicData uri="http://schemas.openxmlformats.org/drawingml/2006/table">
            <a:tbl>
              <a:tblPr/>
              <a:tblGrid>
                <a:gridCol w="1644840">
                  <a:extLst>
                    <a:ext uri="{9D8B030D-6E8A-4147-A177-3AD203B41FA5}">
                      <a16:colId xmlns:a16="http://schemas.microsoft.com/office/drawing/2014/main" val="20000"/>
                    </a:ext>
                  </a:extLst>
                </a:gridCol>
                <a:gridCol w="1644840">
                  <a:extLst>
                    <a:ext uri="{9D8B030D-6E8A-4147-A177-3AD203B41FA5}">
                      <a16:colId xmlns:a16="http://schemas.microsoft.com/office/drawing/2014/main" val="20001"/>
                    </a:ext>
                  </a:extLst>
                </a:gridCol>
                <a:gridCol w="1644840">
                  <a:extLst>
                    <a:ext uri="{9D8B030D-6E8A-4147-A177-3AD203B41FA5}">
                      <a16:colId xmlns:a16="http://schemas.microsoft.com/office/drawing/2014/main" val="20002"/>
                    </a:ext>
                  </a:extLst>
                </a:gridCol>
                <a:gridCol w="1644840">
                  <a:extLst>
                    <a:ext uri="{9D8B030D-6E8A-4147-A177-3AD203B41FA5}">
                      <a16:colId xmlns:a16="http://schemas.microsoft.com/office/drawing/2014/main" val="20003"/>
                    </a:ext>
                  </a:extLst>
                </a:gridCol>
                <a:gridCol w="1644840">
                  <a:extLst>
                    <a:ext uri="{9D8B030D-6E8A-4147-A177-3AD203B41FA5}">
                      <a16:colId xmlns:a16="http://schemas.microsoft.com/office/drawing/2014/main" val="20004"/>
                    </a:ext>
                  </a:extLst>
                </a:gridCol>
              </a:tblGrid>
              <a:tr h="312840">
                <a:tc>
                  <a:txBody>
                    <a:bodyPr/>
                    <a:lstStyle/>
                    <a:p>
                      <a:pPr algn="ctr">
                        <a:lnSpc>
                          <a:spcPct val="100000"/>
                        </a:lnSpc>
                        <a:tabLst>
                          <a:tab pos="0" algn="l"/>
                        </a:tabLst>
                      </a:pPr>
                      <a:r>
                        <a:rPr lang="en" sz="1400" b="1" u="none" strike="noStrike">
                          <a:solidFill>
                            <a:srgbClr val="FFFFFF"/>
                          </a:solidFill>
                          <a:effectLst/>
                          <a:uFillTx/>
                          <a:latin typeface="Arial"/>
                          <a:ea typeface="Arial"/>
                        </a:rPr>
                        <a:t>Column Heading</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Column Heading</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Column Heading</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Column Heading</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Column Heading</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extLst>
                  <a:ext uri="{0D108BD9-81ED-4DB2-BD59-A6C34878D82A}">
                    <a16:rowId xmlns:a16="http://schemas.microsoft.com/office/drawing/2014/main" val="10000"/>
                  </a:ext>
                </a:extLst>
              </a:tr>
              <a:tr h="312840">
                <a:tc>
                  <a:txBody>
                    <a:bodyPr/>
                    <a:lstStyle/>
                    <a:p>
                      <a:pPr algn="ctr">
                        <a:lnSpc>
                          <a:spcPct val="100000"/>
                        </a:lnSpc>
                        <a:tabLst>
                          <a:tab pos="0" algn="l"/>
                        </a:tabLst>
                      </a:pPr>
                      <a:r>
                        <a:rPr lang="en" sz="1100" b="0" u="none" strike="noStrike">
                          <a:solidFill>
                            <a:schemeClr val="dk1"/>
                          </a:solidFill>
                          <a:effectLst/>
                          <a:uFillTx/>
                          <a:latin typeface="Arial"/>
                          <a:ea typeface="Arial"/>
                        </a:rPr>
                        <a:t>Emphasized info</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29B5E8"/>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Emphasized info</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29B5E8"/>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Emphasized info</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29B5E8"/>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Emphasized info</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29B5E8"/>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Emphasized info</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29B5E8"/>
                    </a:solidFill>
                  </a:tcPr>
                </a:tc>
                <a:extLst>
                  <a:ext uri="{0D108BD9-81ED-4DB2-BD59-A6C34878D82A}">
                    <a16:rowId xmlns:a16="http://schemas.microsoft.com/office/drawing/2014/main" val="10001"/>
                  </a:ext>
                </a:extLst>
              </a:tr>
              <a:tr h="312840">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2"/>
                  </a:ext>
                </a:extLst>
              </a:tr>
              <a:tr h="312840">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3"/>
                  </a:ext>
                </a:extLst>
              </a:tr>
              <a:tr h="312840">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4"/>
                  </a:ext>
                </a:extLst>
              </a:tr>
              <a:tr h="312840">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5"/>
                  </a:ext>
                </a:extLst>
              </a:tr>
              <a:tr h="312840">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6"/>
                  </a:ext>
                </a:extLst>
              </a:tr>
              <a:tr h="312840">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7"/>
                  </a:ext>
                </a:extLst>
              </a:tr>
              <a:tr h="312840">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8"/>
                  </a:ext>
                </a:extLst>
              </a:tr>
              <a:tr h="312840">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rgbClr val="5B5B5B"/>
                          </a:solidFill>
                          <a:effectLst/>
                          <a:uFillTx/>
                          <a:latin typeface="Arial"/>
                          <a:ea typeface="Arial"/>
                        </a:rPr>
                        <a:t>Centered Text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12240">
                      <a:solidFill>
                        <a:srgbClr val="C8C8C8"/>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9"/>
                  </a:ext>
                </a:extLst>
              </a:tr>
            </a:tbl>
          </a:graphicData>
        </a:graphic>
      </p:graphicFrame>
      <p:sp>
        <p:nvSpPr>
          <p:cNvPr id="406" name="PlaceHolder 2"/>
          <p:cNvSpPr>
            <a:spLocks noGrp="1"/>
          </p:cNvSpPr>
          <p:nvPr>
            <p:ph type="sldNum" idx="39"/>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0FF7D602-3C56-4951-97DB-48C400FE47E9}" type="slidenum">
              <a:rPr lang="en" sz="600" b="0" u="none" strike="noStrike">
                <a:solidFill>
                  <a:srgbClr val="929292"/>
                </a:solidFill>
                <a:effectLst/>
                <a:uFillTx/>
                <a:latin typeface="Arial"/>
                <a:ea typeface="Arial"/>
              </a:rPr>
              <a:t>22</a:t>
            </a:fld>
            <a:endParaRPr lang="en-GB" sz="600" b="0" u="none" strike="noStrike">
              <a:solidFill>
                <a:srgbClr val="000000"/>
              </a:solidFill>
              <a:effectLst/>
              <a:uFillTx/>
              <a:latin typeface="Times New Roman"/>
            </a:endParaRPr>
          </a:p>
        </p:txBody>
      </p:sp>
      <p:sp>
        <p:nvSpPr>
          <p:cNvPr id="407" name="PlaceHolder 3"/>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Subtitle if needed</a:t>
            </a:r>
            <a:endParaRPr lang="en-GB" sz="1800" b="0" u="none" strike="noStrike">
              <a:solidFill>
                <a:srgbClr val="000000"/>
              </a:solidFill>
              <a:effectLst/>
              <a:uFillTx/>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 name="PlaceHolder 1"/>
          <p:cNvSpPr>
            <a:spLocks noGrp="1"/>
          </p:cNvSpPr>
          <p:nvPr>
            <p:ph/>
          </p:nvPr>
        </p:nvSpPr>
        <p:spPr>
          <a:xfrm>
            <a:off x="365760" y="1886400"/>
            <a:ext cx="7481520" cy="1354320"/>
          </a:xfrm>
          <a:prstGeom prst="rect">
            <a:avLst/>
          </a:prstGeom>
          <a:noFill/>
          <a:ln w="0">
            <a:noFill/>
          </a:ln>
        </p:spPr>
        <p:txBody>
          <a:bodyPr lIns="91440" tIns="45720" rIns="91440" bIns="45720" anchor="ctr">
            <a:noAutofit/>
          </a:bodyPr>
          <a:lstStyle/>
          <a:p>
            <a:pPr indent="0">
              <a:lnSpc>
                <a:spcPct val="75000"/>
              </a:lnSpc>
              <a:buNone/>
              <a:tabLst>
                <a:tab pos="0" algn="l"/>
              </a:tabLst>
            </a:pPr>
            <a:r>
              <a:rPr lang="en" sz="7300" b="1" u="none" strike="noStrike">
                <a:solidFill>
                  <a:schemeClr val="lt1"/>
                </a:solidFill>
                <a:effectLst/>
                <a:uFillTx/>
                <a:latin typeface="Arial"/>
                <a:ea typeface="Arial"/>
              </a:rPr>
              <a:t>THANK</a:t>
            </a:r>
            <a:endParaRPr lang="en-GB" sz="7300" b="0" u="none" strike="noStrike">
              <a:solidFill>
                <a:srgbClr val="000000"/>
              </a:solidFill>
              <a:effectLst/>
              <a:uFillTx/>
              <a:latin typeface="Arial"/>
            </a:endParaRPr>
          </a:p>
          <a:p>
            <a:pPr indent="0">
              <a:lnSpc>
                <a:spcPct val="75000"/>
              </a:lnSpc>
              <a:buNone/>
              <a:tabLst>
                <a:tab pos="0" algn="l"/>
              </a:tabLst>
            </a:pPr>
            <a:r>
              <a:rPr lang="en" sz="7300" b="1" u="none" strike="noStrike">
                <a:solidFill>
                  <a:schemeClr val="dk1"/>
                </a:solidFill>
                <a:effectLst/>
                <a:uFillTx/>
                <a:latin typeface="Arial"/>
                <a:ea typeface="Arial"/>
              </a:rPr>
              <a:t>YOU</a:t>
            </a:r>
            <a:endParaRPr lang="en-GB" sz="7300" b="0" u="none" strike="noStrike">
              <a:solidFill>
                <a:srgbClr val="000000"/>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 name="PlaceHolder 1"/>
          <p:cNvSpPr>
            <a:spLocks noGrp="1"/>
          </p:cNvSpPr>
          <p:nvPr>
            <p:ph type="title"/>
          </p:nvPr>
        </p:nvSpPr>
        <p:spPr>
          <a:xfrm>
            <a:off x="366480" y="1188720"/>
            <a:ext cx="8642348" cy="1917360"/>
          </a:xfrm>
          <a:prstGeom prst="rect">
            <a:avLst/>
          </a:prstGeom>
          <a:noFill/>
          <a:ln w="0">
            <a:noFill/>
          </a:ln>
        </p:spPr>
        <p:txBody>
          <a:bodyPr lIns="91440" tIns="91440" rIns="91440" bIns="91440" anchor="b">
            <a:noAutofit/>
          </a:bodyPr>
          <a:lstStyle/>
          <a:p>
            <a:pPr indent="0">
              <a:lnSpc>
                <a:spcPct val="85000"/>
              </a:lnSpc>
              <a:buNone/>
              <a:tabLst>
                <a:tab pos="0" algn="l"/>
              </a:tabLst>
            </a:pPr>
            <a:r>
              <a:rPr lang="en" sz="4400" b="1" u="none" strike="noStrike" dirty="0">
                <a:solidFill>
                  <a:schemeClr val="lt1"/>
                </a:solidFill>
                <a:effectLst/>
                <a:uFillTx/>
                <a:latin typeface="Arial"/>
                <a:ea typeface="Arial"/>
              </a:rPr>
              <a:t>SNOWFLAKE</a:t>
            </a:r>
            <a:r>
              <a:rPr lang="en" sz="4400" b="1" u="none" strike="noStrike" dirty="0">
                <a:solidFill>
                  <a:schemeClr val="dk1"/>
                </a:solidFill>
                <a:effectLst/>
                <a:uFillTx/>
                <a:latin typeface="Arial"/>
                <a:ea typeface="Arial"/>
              </a:rPr>
              <a:t> </a:t>
            </a:r>
            <a:endParaRPr lang="en-GB" sz="4400" b="0" u="none" strike="noStrike" dirty="0">
              <a:solidFill>
                <a:srgbClr val="000000"/>
              </a:solidFill>
              <a:effectLst/>
              <a:uFillTx/>
              <a:latin typeface="Arial"/>
            </a:endParaRPr>
          </a:p>
          <a:p>
            <a:pPr indent="0">
              <a:lnSpc>
                <a:spcPct val="85000"/>
              </a:lnSpc>
              <a:buNone/>
              <a:tabLst>
                <a:tab pos="0" algn="l"/>
              </a:tabLst>
            </a:pPr>
            <a:r>
              <a:rPr lang="en" sz="4400" b="1" u="none" strike="noStrike" dirty="0">
                <a:solidFill>
                  <a:schemeClr val="dk1"/>
                </a:solidFill>
                <a:effectLst/>
                <a:uFillTx/>
                <a:latin typeface="Arial"/>
                <a:ea typeface="Arial"/>
              </a:rPr>
              <a:t>TEMPLATE 2026</a:t>
            </a:r>
            <a:endParaRPr lang="en-GB" sz="4400" b="0" u="none" strike="noStrike" dirty="0">
              <a:solidFill>
                <a:srgbClr val="000000"/>
              </a:solidFill>
              <a:effectLst/>
              <a:uFillTx/>
              <a:latin typeface="Arial"/>
            </a:endParaRPr>
          </a:p>
        </p:txBody>
      </p:sp>
      <p:sp>
        <p:nvSpPr>
          <p:cNvPr id="410" name="PlaceHolder 2"/>
          <p:cNvSpPr>
            <a:spLocks noGrp="1"/>
          </p:cNvSpPr>
          <p:nvPr>
            <p:ph type="title"/>
          </p:nvPr>
        </p:nvSpPr>
        <p:spPr>
          <a:xfrm>
            <a:off x="366479" y="3160440"/>
            <a:ext cx="8642347" cy="439560"/>
          </a:xfrm>
          <a:prstGeom prst="rect">
            <a:avLst/>
          </a:prstGeom>
          <a:noFill/>
          <a:ln w="0">
            <a:noFill/>
          </a:ln>
        </p:spPr>
        <p:txBody>
          <a:bodyPr lIns="91440" tIns="91440" rIns="91440" bIns="91440" anchor="t">
            <a:noAutofit/>
          </a:bodyPr>
          <a:lstStyle/>
          <a:p>
            <a:pPr indent="0">
              <a:lnSpc>
                <a:spcPct val="80000"/>
              </a:lnSpc>
              <a:buNone/>
              <a:tabLst>
                <a:tab pos="0" algn="l"/>
              </a:tabLst>
            </a:pPr>
            <a:r>
              <a:rPr lang="en" sz="1800" b="1" u="none" strike="noStrike" dirty="0">
                <a:solidFill>
                  <a:schemeClr val="dk1"/>
                </a:solidFill>
                <a:effectLst/>
                <a:uFillTx/>
                <a:latin typeface="Arial"/>
                <a:ea typeface="Arial"/>
              </a:rPr>
              <a:t>Layouts, Icons, and Frequently Used Slides</a:t>
            </a:r>
            <a:endParaRPr lang="en-GB" sz="1800" b="0" u="none" strike="noStrike" dirty="0">
              <a:solidFill>
                <a:srgbClr val="000000"/>
              </a:solidFill>
              <a:effectLst/>
              <a:uFillTx/>
              <a:latin typeface="Arial"/>
            </a:endParaRPr>
          </a:p>
        </p:txBody>
      </p:sp>
      <p:sp>
        <p:nvSpPr>
          <p:cNvPr id="411" name="PlaceHolder 3"/>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90000"/>
              </a:lnSpc>
              <a:buNone/>
              <a:tabLst>
                <a:tab pos="0" algn="l"/>
              </a:tabLst>
            </a:pPr>
            <a:r>
              <a:rPr lang="en" sz="1400" b="1" u="none" strike="noStrike" dirty="0">
                <a:solidFill>
                  <a:schemeClr val="dk1"/>
                </a:solidFill>
                <a:effectLst/>
                <a:uFillTx/>
                <a:latin typeface="Arial"/>
                <a:ea typeface="Arial"/>
              </a:rPr>
              <a:t>January 2026</a:t>
            </a:r>
            <a:endParaRPr lang="en-GB" sz="1400" b="0" u="none" strike="noStrike" dirty="0">
              <a:solidFill>
                <a:srgbClr val="000000"/>
              </a:solidFill>
              <a:effectLst/>
              <a:uFillTx/>
              <a:latin typeface="Arial"/>
            </a:endParaRPr>
          </a:p>
        </p:txBody>
      </p:sp>
      <p:sp>
        <p:nvSpPr>
          <p:cNvPr id="412" name="Google Shape;819;p 1"/>
          <p:cNvSpPr/>
          <p:nvPr/>
        </p:nvSpPr>
        <p:spPr>
          <a:xfrm>
            <a:off x="7056000" y="2520000"/>
            <a:ext cx="1460160" cy="1460160"/>
          </a:xfrm>
          <a:prstGeom prst="ellipse">
            <a:avLst/>
          </a:prstGeom>
          <a:blipFill rotWithShape="0">
            <a:blip r:embed="rId2"/>
            <a:srcRect/>
            <a:stretch/>
          </a:blipFill>
          <a:ln w="38100">
            <a:solidFill>
              <a:srgbClr val="3465A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GB" sz="1800" b="0" u="none" strike="noStrike">
              <a:solidFill>
                <a:srgbClr val="000000"/>
              </a:solidFill>
              <a:effectLst/>
              <a:uFillTx/>
              <a:latin typeface="Arial"/>
            </a:endParaRPr>
          </a:p>
        </p:txBody>
      </p:sp>
      <p:grpSp>
        <p:nvGrpSpPr>
          <p:cNvPr id="413" name="Group 412"/>
          <p:cNvGrpSpPr/>
          <p:nvPr/>
        </p:nvGrpSpPr>
        <p:grpSpPr>
          <a:xfrm>
            <a:off x="6480000" y="4140000"/>
            <a:ext cx="2664000" cy="822960"/>
            <a:chOff x="6480000" y="4140000"/>
            <a:chExt cx="2664000" cy="822960"/>
          </a:xfrm>
        </p:grpSpPr>
        <p:sp>
          <p:nvSpPr>
            <p:cNvPr id="414" name="Google Shape;825;p 1"/>
            <p:cNvSpPr/>
            <p:nvPr/>
          </p:nvSpPr>
          <p:spPr>
            <a:xfrm>
              <a:off x="6480000" y="4140000"/>
              <a:ext cx="2664000" cy="335880"/>
            </a:xfrm>
            <a:prstGeom prst="rect">
              <a:avLst/>
            </a:prstGeom>
            <a:noFill/>
            <a:ln w="0">
              <a:noFill/>
            </a:ln>
          </p:spPr>
          <p:style>
            <a:lnRef idx="0">
              <a:scrgbClr r="0" g="0" b="0"/>
            </a:lnRef>
            <a:fillRef idx="0">
              <a:scrgbClr r="0" g="0" b="0"/>
            </a:fillRef>
            <a:effectRef idx="0">
              <a:scrgbClr r="0" g="0" b="0"/>
            </a:effectRef>
            <a:fontRef idx="minor"/>
          </p:style>
          <p:txBody>
            <a:bodyPr lIns="90000" tIns="84240" rIns="90000" bIns="84240" anchor="t">
              <a:spAutoFit/>
            </a:bodyPr>
            <a:lstStyle/>
            <a:p>
              <a:pPr algn="ctr">
                <a:lnSpc>
                  <a:spcPct val="100000"/>
                </a:lnSpc>
                <a:tabLst>
                  <a:tab pos="0" algn="l"/>
                </a:tabLst>
              </a:pPr>
              <a:r>
                <a:rPr lang="en" sz="1100" b="1" u="none" strike="noStrike">
                  <a:solidFill>
                    <a:srgbClr val="FFFFFF"/>
                  </a:solidFill>
                  <a:effectLst/>
                  <a:uFillTx/>
                  <a:latin typeface="Arial"/>
                  <a:ea typeface="Arial"/>
                </a:rPr>
                <a:t>Firstname Lastname</a:t>
              </a:r>
              <a:endParaRPr lang="en-GB" sz="1100" b="0" u="none" strike="noStrike">
                <a:solidFill>
                  <a:srgbClr val="000000"/>
                </a:solidFill>
                <a:effectLst/>
                <a:uFillTx/>
                <a:latin typeface="Arial"/>
              </a:endParaRPr>
            </a:p>
          </p:txBody>
        </p:sp>
        <p:sp>
          <p:nvSpPr>
            <p:cNvPr id="415" name="Google Shape;826;p 1"/>
            <p:cNvSpPr/>
            <p:nvPr/>
          </p:nvSpPr>
          <p:spPr>
            <a:xfrm>
              <a:off x="6480000" y="4444920"/>
              <a:ext cx="2664000" cy="5180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gn="ctr">
                <a:lnSpc>
                  <a:spcPct val="100000"/>
                </a:lnSpc>
                <a:tabLst>
                  <a:tab pos="0" algn="l"/>
                </a:tabLst>
              </a:pPr>
              <a:r>
                <a:rPr lang="en" sz="1100" b="0" u="none" strike="noStrike">
                  <a:solidFill>
                    <a:srgbClr val="FFFFFF"/>
                  </a:solidFill>
                  <a:effectLst/>
                  <a:uFillTx/>
                  <a:latin typeface="Arial"/>
                  <a:ea typeface="Arial"/>
                </a:rPr>
                <a:t>Title</a:t>
              </a:r>
              <a:endParaRPr lang="en-GB" sz="1100" b="0" u="none" strike="noStrike">
                <a:solidFill>
                  <a:srgbClr val="000000"/>
                </a:solidFill>
                <a:effectLst/>
                <a:uFillTx/>
                <a:latin typeface="Arial"/>
              </a:endParaRPr>
            </a:p>
            <a:p>
              <a:pPr algn="ctr">
                <a:lnSpc>
                  <a:spcPct val="100000"/>
                </a:lnSpc>
                <a:tabLst>
                  <a:tab pos="0" algn="l"/>
                </a:tabLst>
              </a:pPr>
              <a:r>
                <a:rPr lang="en" sz="1100" b="0" u="none" strike="noStrike">
                  <a:solidFill>
                    <a:srgbClr val="FFFFFF"/>
                  </a:solidFill>
                  <a:effectLst/>
                  <a:uFillTx/>
                  <a:latin typeface="Arial"/>
                  <a:ea typeface="Arial"/>
                </a:rPr>
                <a:t>Company</a:t>
              </a:r>
              <a:endParaRPr lang="en-GB" sz="1100" b="0" u="none" strike="noStrike">
                <a:solidFill>
                  <a:srgbClr val="000000"/>
                </a:solidFill>
                <a:effectLst/>
                <a:uFillTx/>
                <a:latin typeface="Arial"/>
              </a:endParaRPr>
            </a:p>
          </p:txBody>
        </p:sp>
      </p:grpSp>
    </p:spTree>
  </p:cSld>
  <p:clrMapOvr>
    <a:masterClrMapping/>
  </p:clrMapOvr>
</p:sld>
</file>

<file path=ppt/theme/theme1.xml><?xml version="1.0" encoding="utf-8"?>
<a:theme xmlns:a="http://schemas.openxmlformats.org/drawingml/2006/main"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50</TotalTime>
  <Words>2383</Words>
  <Application>Microsoft Macintosh PowerPoint</Application>
  <PresentationFormat>On-screen Show (16:9)</PresentationFormat>
  <Paragraphs>297</Paragraphs>
  <Slides>24</Slides>
  <Notes>1</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24</vt:i4>
      </vt:variant>
    </vt:vector>
  </HeadingPairs>
  <TitlesOfParts>
    <vt:vector size="34" baseType="lpstr">
      <vt:lpstr>Times New Roman</vt:lpstr>
      <vt:lpstr>Wingdings</vt:lpstr>
      <vt:lpstr>Wingdings 2</vt:lpstr>
      <vt:lpstr>Arial Black</vt:lpstr>
      <vt:lpstr>Arial</vt:lpstr>
      <vt:lpstr>Symbol</vt:lpstr>
      <vt:lpstr>Snowflake 2026.01</vt:lpstr>
      <vt:lpstr>Snowflake 2026.01</vt:lpstr>
      <vt:lpstr>Snowflake 2026.01</vt:lpstr>
      <vt:lpstr>Snowflake 2026.01</vt:lpstr>
      <vt:lpstr>SNOWFLAKE  TEMPLATE 2026</vt:lpstr>
      <vt:lpstr>PowerPoint Presentation</vt:lpstr>
      <vt:lpstr>Safe Harbor and Disclaimers</vt:lpstr>
      <vt:lpstr>PowerPoint Presentation</vt:lpstr>
      <vt:lpstr>Subtitle in Arial Bold, 18pt</vt:lpstr>
      <vt:lpstr>COVER SLIDE  WITH CUSTOMER LOGO</vt:lpstr>
      <vt:lpstr>PowerPoint Presentation</vt:lpstr>
      <vt:lpstr>One Column Layout</vt:lpstr>
      <vt:lpstr>Two Column Layout</vt:lpstr>
      <vt:lpstr>Two Column Layout w/ Paragraph Titles</vt:lpstr>
      <vt:lpstr>Three Column Layout</vt:lpstr>
      <vt:lpstr>Three Column Layout w/ Paragraph Titles</vt:lpstr>
      <vt:lpstr>Three Column Layout w/ Icons</vt:lpstr>
      <vt:lpstr>Four Column Layout w/ Big Numbers</vt:lpstr>
      <vt:lpstr>Four Column Layout w/ Icons</vt:lpstr>
      <vt:lpstr>Split Slide</vt:lpstr>
      <vt:lpstr>PowerPoint Presentation</vt:lpstr>
      <vt:lpstr>PowerPoint Presentation</vt:lpstr>
      <vt:lpstr>PowerPoint Presentation</vt:lpstr>
      <vt:lpstr>Speaker Headshots</vt:lpstr>
      <vt:lpstr>Table Example 1</vt:lpstr>
      <vt:lpstr>Table Example 2</vt:lpstr>
      <vt:lpstr>PowerPoint Presentation</vt:lpstr>
      <vt:lpstr>SNOWFLAKE  TEMPLATE 2026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
  <cp:lastModifiedBy>Alex Ross</cp:lastModifiedBy>
  <cp:revision>11</cp:revision>
  <dcterms:modified xsi:type="dcterms:W3CDTF">2026-03-09T11:53:15Z</dcterms:modified>
  <dc:language>en-GB</dc:language>
</cp:coreProperties>
</file>